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5"/>
    <p:sldId id="261" r:id="rId7"/>
    <p:sldId id="262" r:id="rId8"/>
    <p:sldId id="263" r:id="rId9"/>
    <p:sldId id="265" r:id="rId11"/>
    <p:sldId id="266" r:id="rId12"/>
    <p:sldId id="270" r:id="rId16"/>
    <p:sldId id="271" r:id="rId17"/>
    <p:sldId id="272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7FFD2-E2D4-4F98-9A69-07E08884820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8B68D-8F93-453B-AD3A-0979D582D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5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B68D-8F93-453B-AD3A-0979D582DA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23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4572000" cy="508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86784"/>
            <a:ext cx="2743200" cy="50800"/>
          </a:xfrm>
          <a:prstGeom prst="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0" y="182880"/>
            <a:ext cx="146304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DELL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AI-Powered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9BD4"/>
                </a:solidFill>
              </a:rPr>
              <a:t>Test Automation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D4F1"/>
                </a:solidFill>
              </a:rPr>
              <a:t>for Dell OpenManage Enterprise (OME)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7315200" cy="254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DDEE"/>
                </a:solidFill>
              </a:rPr>
              <a:t>Student: </a:t>
            </a:r>
            <a:r>
              <a:rPr lang="en-US" sz="1400" b="0" dirty="0">
                <a:solidFill>
                  <a:srgbClr val="CCDDEE"/>
                </a:solidFill>
              </a:rPr>
              <a:t>Revathi C </a:t>
            </a:r>
            <a:r>
              <a:rPr sz="1400" b="0" dirty="0">
                <a:solidFill>
                  <a:srgbClr val="CCDDEE"/>
                </a:solidFill>
              </a:rPr>
              <a:t>|  Roll No: 2024TM93022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– Artificial Intelligence &amp; ML  |  BITS Pilani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Final Semester Project  |  April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828800" cy="38404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Multi-Agent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029200"/>
            <a:ext cx="1828800" cy="38404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 + FAISS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029200"/>
            <a:ext cx="1828800" cy="384048"/>
          </a:xfrm>
          <a:prstGeom prst="roundRect">
            <a:avLst/>
          </a:prstGeom>
          <a:solidFill>
            <a:srgbClr val="28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qTest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29200"/>
            <a:ext cx="1828800" cy="38404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029200"/>
            <a:ext cx="1828800" cy="38404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/ GPT-4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5029200"/>
            <a:ext cx="1828800" cy="38404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914400"/>
            <a:ext cx="3383280" cy="384048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49640" y="960120"/>
            <a:ext cx="3291840" cy="3749039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270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[System Architecture
Diagram]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 / 16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95C881-4D23-D808-0EC6-ECA8F707B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367" y="1737360"/>
            <a:ext cx="3275113" cy="19023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The Problem We Are Solving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486400" cy="512064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3545"/>
                </a:solidFill>
              </a:rPr>
              <a:t>⚠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Dell OME has 1000s of manual test cases in qTest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Manual test script creation takes days per 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Test engineers write boilerplate code repeatedly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Failures go un-analyzed; re-runs are manual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No systematic root-cause classification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Atlas-OME framework changes break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715000" cy="5120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6CE"/>
                </a:solidFill>
              </a:rPr>
              <a:t>✔ 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Fully automated end-to-end test lifecycle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Fetches test steps directly from qTest Manager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AI + Template generates executable pytest code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Auto-executes, captures all logs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FixerAgent classifies errors &amp; retries auto-fix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Integrates atlas-ome-staging framework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6C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Five Cooperating Agents Orchestrated by a Master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43000"/>
            <a:ext cx="3931920" cy="9601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🎯  OrchestratorAgent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9BD4"/>
                </a:solidFill>
              </a:rPr>
              <a:t>Coordinates full pipeline: Fetch→Generate→Execute→Fix→Report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423160"/>
            <a:ext cx="2514600" cy="14173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QTestAgent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Reads TC steps
from qTest Manager
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42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65576" y="2423160"/>
            <a:ext cx="2514600" cy="141732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112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TestGenerator
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Converts steps
to pytest code
(LLM /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74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08776" y="2423160"/>
            <a:ext cx="2514600" cy="1417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TestExecutor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Runs tests via
pytest, captures
stdout/stderr/logs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06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51976" y="2423160"/>
            <a:ext cx="2514600" cy="1417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6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Classifies failures
&amp; determines
fix strategies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838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69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3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3371" y="1348740"/>
            <a:ext cx="20116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3371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</a:rPr>
              <a:t>qTest</a:t>
            </a:r>
            <a:r>
              <a:rPr sz="1000" b="1" dirty="0">
                <a:solidFill>
                  <a:srgbClr val="FFFFFF"/>
                </a:solidFill>
              </a:rPr>
              <a:t> Manager
(Dell ESG)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114800"/>
            <a:ext cx="20116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
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745" y="1341259"/>
            <a:ext cx="20116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354185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LLM / GPT-4
(Optional)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114800"/>
            <a:ext cx="2011680" cy="7772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OME Appliance
(Target System)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977639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</a:rPr>
              <a:t>Pipeline:  1. Fetch  →  2. Generate  →  3. Execute  →  4. Analyze &amp; Fix  →  5.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480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D4B"/>
                </a:solidFill>
              </a:rPr>
              <a:t>Outputs: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9164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Generated
pytest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23359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Execution
Logs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JSON + HTML
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Auto-Fixed
Test 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/ ML &amp; RAG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Intelligence Is Built Into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657600" cy="25603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0DAD"/>
                </a:solidFill>
              </a:rPr>
              <a:t>🤖  LLM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Model: GPT-4 (OpenAI / Azure)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Role: Context-aware test code generation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Input: TC steps + RAG context + error info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Output: Valid pytest module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Fallback: Template engine (no API key needed)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Temperature: 0.2 (deterministic output)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931920" cy="256032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6CE"/>
                </a:solidFill>
              </a:rPr>
              <a:t>📚  RAG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Embedding: all-MiniLM-L6-v2 (384-dim)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Vector DB: FAISS (IndexFlatL2)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atlas-ome test patterns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Chunk size: 500 tokens, overlap: 50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Retrieval: Top-3 nearest neighbours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Context injected into LLM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43000"/>
            <a:ext cx="3383280" cy="2560320"/>
          </a:xfrm>
          <a:prstGeom prst="roundRect">
            <a:avLst/>
          </a:prstGeom>
          <a:solidFill>
            <a:srgbClr val="E8FFEE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🧠 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.txt/.json files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FAISS index persisted to disk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Event log per agent (in-memory)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Fix history tracked by FixerAgent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Retry state managed by Orchestrator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Reports: JSON + HTML (persistent)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</a:rPr>
              <a:t>Data Flow Through AI/ML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80"/>
            <a:ext cx="17830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qTest TC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297680"/>
            <a:ext cx="17830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 Context
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97680"/>
            <a:ext cx="17830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 Prompt
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97680"/>
            <a:ext cx="178308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 Code
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297680"/>
            <a:ext cx="1783080" cy="7772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Execution
&amp;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297680"/>
            <a:ext cx="1783080" cy="7772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Auto-Fix
&amp; Retry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11612880" cy="6858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532180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Demo Equivalents:  ShopEasy mock API  ≡  OME REST API  |  standalone_framework.py  ≡  atlas-ome-staging  |  FAISS disabled in demo (Windows paging issue – workaround implemented)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From qTest Steps → Executable pytest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03120" cy="15544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QTestAgent reads TC
steps via REST API
/test-cases/{id}/test-steps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188720"/>
            <a:ext cx="2103120" cy="15544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Keywords mapped to
framework methods
(regex classifier)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188720"/>
            <a:ext cx="2103120" cy="155448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RAG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Retrieve similar
past test patterns
from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188720"/>
            <a:ext cx="2103120" cy="1554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LLM / Template
produces OmeBaseFunctional
TestCase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188720"/>
            <a:ext cx="2103120" cy="1554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5. Write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Stable filename
test_TC_XXXXX.py
(overwrites on retry)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260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Generated Test Structure (OmeBaseFunctionalTestCase)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37560"/>
            <a:ext cx="7132320" cy="283464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6949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D8FF"/>
                </a:solidFill>
              </a:rPr>
              <a:t>@pytest.mark.Comprehensive
class TestTC_174995(OmeBaseFunctionalTestCase):
    TESTCASE_ID = "TC-174995"
    name = "Verify OME Device Health Plugin Workflow"
    def pre_testcase(self, testbed_obj):        # Prerequisites
        self.ome_system = testbed_obj.ome_system
    def run_test(self, testbed):                # Step implementations
        LOGGER.tc_step(1, "Install Plugins")
        PluginServiceTask.get_plugins_details(self.ome_system)
        ...
        LOGGER.tc_step(3, "Discover Devices")
        DiscoveryConfig.add_devices(self.ome_system, device_ips)
        DiscoveryTask.create_discovery_request(self.ome_system, config)
    def post_testcase(self):                    # Cleanup
        GroupServiceTask.delete_group(self.ome_system, group_id)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337560"/>
            <a:ext cx="4297680" cy="2834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Framework Classes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7947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• DiscoveryConfig / DiscoveryTask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PluginServiceTask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ApplicationServiceTask / ApplicationService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GroupServiceTask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DeviceServiceTask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ConsoleServiceTask (SCOM/SCVMM)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JobHelper / JobServiceTask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OmeBaseFunctionalTestCase (Base)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Auto-Fix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FixerAgent: Intelligent Failure Classification &amp; Retry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411480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Retry Loop (max 3 retries)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8686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 Test
(pytest)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33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3383280" cy="8686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30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No →↓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383280" cy="8686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
Analyze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28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3383280" cy="8686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Regenerate
Test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3383280" cy="411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Mark FAILED (max retries reached)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143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</a:rPr>
              <a:t>Error Classification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00200"/>
            <a:ext cx="6858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163677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Error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3677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Trigger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6367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Fix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63677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1965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import_error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ModuleNotFoundError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65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missing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92840" y="20116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0" y="23774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2423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syntax_error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423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SyntaxError / IndentError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423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syntax in generated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423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92840" y="24688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28346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2880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ssl_error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SSLError / Cert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80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Disable SSL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880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92840" y="29260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4880" y="32918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3337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connection_error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37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ConnectionError / Timeout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337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retry + timeout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337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92840" y="33832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54880" y="37490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auth_error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794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401 / 403 / Unauthorized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auth headers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3794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92840" y="38404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754880" y="42062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0600" y="4251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assertion_error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AssertionError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Soften assertion / fix logic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4251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292840" y="42976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4880" y="46634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0600" y="4709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timeout_error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709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TimeoutError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709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Increase timeout to 600s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292840" y="47548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754880" y="51206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00600" y="5166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attribute_error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AttributeError / KeyError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5166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key/attribute access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5166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292840" y="52120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754880" y="55778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00600" y="5623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unknown_error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Any other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5623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Full regeneration fallback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69880" y="5623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0.50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292840" y="5669280"/>
            <a:ext cx="228600" cy="228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Demo — Test Generation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10 ShopEasy TCs Generated &amp; Executed | All PASSED in &lt; 1s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200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Demo Test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282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Creation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282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12264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Search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32888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5694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694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Category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5694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53512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Shopping Cart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990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74136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4107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10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Order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4107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9476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831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831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User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831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215384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251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636008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6725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672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Inventory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672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56632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093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093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Catalog Synchronisation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50932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77256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13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13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Regression Suite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551383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1143000"/>
            <a:ext cx="475488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49040" y="362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[Screenshot: </a:t>
            </a:r>
            <a:r>
              <a:rPr sz="1100" b="0" i="1" dirty="0" err="1">
                <a:solidFill>
                  <a:srgbClr val="647487"/>
                </a:solidFill>
              </a:rPr>
              <a:t>py</a:t>
            </a:r>
            <a:r>
              <a:rPr sz="1100" b="0" i="1" dirty="0">
                <a:solidFill>
                  <a:srgbClr val="647487"/>
                </a:solidFill>
              </a:rPr>
              <a:t> run_demo.py console output
showing 10 tests PASSED]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143000"/>
            <a:ext cx="3291840" cy="256032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32520" y="12070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BD4"/>
                </a:solidFill>
              </a:rPr>
              <a:t>pytest output (demo)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554480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28A745"/>
                </a:solidFill>
              </a:rPr>
              <a:t>generated_tests/test_TC_001.py  PASSED
generated_tests/test_TC_002.py  PASSED
generated_tests/test_TC_003.py  PASSED
...
generated_tests/test_TC_010.py  PASSED
==============================
10 passed in 0.19s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931920"/>
            <a:ext cx="749808" cy="11430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 Cases
Generated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Tests
PASSED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3931920"/>
            <a:ext cx="749808" cy="11430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0.19s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Execution
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06424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06424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Failures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95360" y="5212080"/>
            <a:ext cx="3291840" cy="114300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CE"/>
                </a:solidFill>
              </a:rPr>
              <a:t>Real OME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577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TC-174995  PASSED  (1.63s, attempt 1)</a:t>
            </a:r>
          </a:p>
          <a:p>
            <a:pPr algn="l"/>
            <a:r>
              <a:rPr sz="1000" b="0">
                <a:solidFill>
                  <a:srgbClr val="28A745"/>
                </a:solidFill>
              </a:rPr>
              <a:t>TC-180015  PASSED  (192.5s, attempt 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10 / 16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360A72B-834B-299E-38B4-9040DECA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87" y="2694447"/>
            <a:ext cx="4417673" cy="1758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Challenges Faced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Real Issues Encountered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1. Atlas Framework Import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1887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atlas_framework (internal Dell pkg) not pip-installable.
ModuleNotFoundError on every generated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Created OmeApiClient as standalone REST wrapper.
Tests skip gracefully with _FRAMEWORK_AVAILABLE guard.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2. RAG System OOM on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0" y="11887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SentenceTransformer + FAISS exhausted Windows paging file.
Error: 'paging file too small for this operation'.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Temporarily disabled RAG in app.py for demo.
Core generation still works via template engine.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12080" y="30175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Flask caches old shopease_framework even after code change.
New SimpleTestGenerator not picked up at runtime.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CLI mode (py run_demo.py) for demo.
Planned: subprocess isolation + fresh venv.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4. Static Group parent_id Wrong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30175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Default parent_id caused HTTP 400 on OME.
TC-180015 failed with 'Bad Request' on group creation.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Traced API response; corrected parent_id=1021.
Added fallback for OME version-specific IDs.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5. Edit Repo API No-Op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PATCH /api/Catalog/... returns 200 but name unchanged.
TC-180015 Step 5 rename assertion failed.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Added fallback: verify rename, keep original name if no-op.
Logged as OME API known behavior.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6. Template Brace Escaping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556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Python .format() conflicts with {{ }} in generated code.
SyntaxError in output test files.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single braces in _BODY_* constants;
double braces only in the outer template string.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11 /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" y="6355080"/>
            <a:ext cx="8686800" cy="960120"/>
          </a:xfrm>
          <a:prstGeom prst="rect">
            <a:avLst/>
          </a:prstGeom>
          <a:noFill/>
          <a:solidFill>
            <a:srgbClr val="DCEBFF"/>
          </a:solidFill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C78"/>
                </a:solidFill>
              </a:rPr>
              <a:t>8.  System Scalability  ⚠ KNOWN LIMITATION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Problem: Designed for demo with 10 TCs only — no batching, no parallelism, no queue.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FAISS/RAG disabled (Windows paging-file OOM with SentenceTransformer + FAISS).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LLM integration not stress-tested (rate limits, token cost, latency at 1000+ TCs).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Fix Required: Microservice architecture, async task queue (Celery/Redis), cloud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OME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the System Connects to Real Dell OME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097280"/>
            <a:ext cx="6858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27811" y="1100605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2B5C"/>
                </a:solidFill>
              </a:rPr>
              <a:t>Full Integration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92240" cy="56692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081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 Manager (Cloud)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264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Test case source — TC steps, preconditions, expected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84831"/>
            <a:ext cx="6492240" cy="56692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QTestAgent (Python)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396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REST API client — read-only TC data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98064"/>
            <a:ext cx="6492240" cy="56692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TestGeneratorAgent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529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Code synthesis — LLM / Template → OmeBaseFunctionalTestCase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11296"/>
            <a:ext cx="6492240" cy="56692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Framework — DiscoveryConfig, PluginServiceTask, GroupServiceTask…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24528"/>
            <a:ext cx="6492240" cy="5669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OME REST API (HTTPS)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793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Target — appliance at 100.100.4.189, port 443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6492240" cy="566928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OME Appliance HW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9926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Dell PowerEdge servers, switches, chassis, PDU, 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143000"/>
            <a:ext cx="4572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1234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6CE"/>
                </a:solidFill>
              </a:rPr>
              <a:t>Demo ↔ OME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73736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1783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ShopEasy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7830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228600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79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demo_testcases.json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331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3317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qTest Manager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83464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standalone_framework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803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8803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atlas-ome-staging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38328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SimpleTestGenerator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4290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429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TestGeneratorAgent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393192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79" y="3977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mock_shopeasy_api.py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9776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9776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Appliance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448056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79" y="4526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Product CRUD 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45262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526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Device/Group ops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502920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79" y="5074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Order processing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0749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Job scheduling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60" y="557784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79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Catalog sync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6235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623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Firmware catalog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Conclusion &amp; Key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00" cy="381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Fully automated: qTest fetch → code gen → execute → fix →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Real OME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TC-174995 &amp; TC-180015 executed on live OME appliance (all PASSED)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Multi-Agent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 cooperating agents with defined contracts and retry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AI + RAG +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Flexible generation: LLM with RAG context OR deterministic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Error Auto-Classification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8 error classes, confidence-scored fix strategies, zero manual intervention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Demo Portability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10 ShopEasy TCs, standalone framework, runs offline on any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D4F1"/>
                </a:solidFill>
              </a:rPr>
              <a:t>"This system transforms weeks of manual test scripting into a fully automated, self-healing pipeline — bringing AI-driven quality assurance to enterprise hardware management at scale."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7"/>
                </a:solidFill>
              </a:rPr>
              <a:t>Student: Ankit Kumar  |  2024TM93022  |  MTech AI &amp; ML  |  BITS Pilani  |  April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16 /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4160520"/>
            <a:ext cx="8686800" cy="2834640"/>
          </a:xfrm>
          <a:prstGeom prst="rect">
            <a:avLst/>
          </a:prstGeom>
          <a:noFill/>
          <a:solidFill>
            <a:srgbClr val="E6FFE6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400"/>
                </a:solidFill>
              </a:rPr>
              <a:t>Future Work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🔮  LLM Integration — Connect GPT-4 / Azure OpenAI for context-aware test generation;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compare LLM quality vs deterministic template output on 50+ real TCs.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📚  RAG Optimisation — Replace all-MiniLM-L6-v2 with TinyBERT (4× smaller);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re-enable FAISS vector search in the Web UI without Windows OOM.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🔧  Process Isolation — Run each pipeline in a subprocess (fresh venv) to fully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eliminate runtime module caching; zero manual restarts required.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📈  Scale Testing — Expand to 50+ OME test cases; measure retry rate, fix accuracy,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and end-to-end throughput; optimise FixerAgent classification confidence.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⚙️  CI/CD Integration — GitHub Actions / Jenkins plugin; trigger pipeline on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qTest TC update; auto-commit generated test files to source control.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🔗  Full Atlas-OME Integration — Replace OmeApiClient wrapper with native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atlas-ome-staging classes; validate on 2+ physical OME appliances.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943600"/>
          </a:xfrm>
          <a:prstGeom prst="rect">
            <a:avLst/>
          </a:prstGeom>
          <a:noFill/>
          <a:solidFill>
            <a:srgbClr val="E6FFE6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00"/>
                </a:solidFill>
              </a:rPr>
              <a:t>Future Work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🔮  LLM Integration — Connect GPT-4 / Azure OpenAI for context-aware test generation;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compare LLM quality vs deterministic template output on 50+ real TCs.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📚  RAG Optimisation — Replace all-MiniLM-L6-v2 with TinyBERT (4× smaller);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re-enable FAISS vector search in the Web UI without Windows OOM.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🔧  Module Caching Fix — Implement subprocess isolation for Flask test generation;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each request spawns a fresh Python process to eliminate sys.modules cache.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Full fix for the 'shopease_framework' import issue (see Challenges slide).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📈  Scale Testing — Expand to 50+ OME test cases; measure retry rate, fix accuracy,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and end-to-end throughput; optimise FixerAgent classification confidence.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⚙️  CI/CD Integration — GitHub Actions / Jenkins plugin; trigger pipeline on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qTest TC update; auto-commit generated test files to source control.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🔗  Full Atlas-OME Integration — Replace OmeApiClient wrapper with native</a:t>
            </a:r>
          </a:p>
          <a:p>
            <a:pPr algn="l"/>
            <a:r>
              <a:rPr sz="1100" b="0">
                <a:solidFill>
                  <a:srgbClr val="145014"/>
                </a:solidFill>
              </a:rPr>
              <a:t>     atlas-ome-staging classes; validate on 2+ physical OME appliances.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05050"/>
                </a:solidFill>
              </a:rPr>
              <a:t>Planned enhancements to address current limitations and scale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2936</Words>
  <Application>Microsoft Office PowerPoint</Application>
  <PresentationFormat>Custom</PresentationFormat>
  <Paragraphs>510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C, Revathi</cp:lastModifiedBy>
  <cp:revision>3</cp:revision>
  <dcterms:created xsi:type="dcterms:W3CDTF">2013-01-27T09:14:16Z</dcterms:created>
  <dcterms:modified xsi:type="dcterms:W3CDTF">2026-04-21T08:55:07Z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2026-04-21T06:40:24Z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95bf4aa8-6c10-4f8e-8150-12b4daade798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