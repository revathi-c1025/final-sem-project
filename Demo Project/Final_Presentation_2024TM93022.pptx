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7FFD2-E2D4-4F98-9A69-07E08884820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8B68D-8F93-453B-AD3A-0979D582D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5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B68D-8F93-453B-AD3A-0979D582DAE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2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B68D-8F93-453B-AD3A-0979D582DAE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699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4572000" cy="508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986784"/>
            <a:ext cx="2743200" cy="50800"/>
          </a:xfrm>
          <a:prstGeom prst="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0" y="182880"/>
            <a:ext cx="146304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DELL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AI-Powered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9BD4"/>
                </a:solidFill>
              </a:rPr>
              <a:t>Test Automation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D4F1"/>
                </a:solidFill>
              </a:rPr>
              <a:t>for Dell OpenManage Enterprise (OME)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7315200" cy="254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CDDEE"/>
                </a:solidFill>
              </a:rPr>
              <a:t>Student: </a:t>
            </a:r>
            <a:r>
              <a:rPr lang="en-US" sz="1400" b="0" dirty="0">
                <a:solidFill>
                  <a:srgbClr val="CCDDEE"/>
                </a:solidFill>
              </a:rPr>
              <a:t>Revathi C </a:t>
            </a:r>
            <a:r>
              <a:rPr sz="1400" b="0" dirty="0">
                <a:solidFill>
                  <a:srgbClr val="CCDDEE"/>
                </a:solidFill>
              </a:rPr>
              <a:t>|  Roll No: 2024TM93022</a:t>
            </a:r>
          </a:p>
          <a:p>
            <a:pPr algn="l"/>
            <a:r>
              <a:rPr sz="1300" b="0" dirty="0">
                <a:solidFill>
                  <a:srgbClr val="647487"/>
                </a:solidFill>
              </a:rPr>
              <a:t>MTech – Artificial Intelligence &amp; ML  |  BITS Pilani</a:t>
            </a:r>
          </a:p>
          <a:p>
            <a:pPr algn="l"/>
            <a:r>
              <a:rPr sz="1300" b="0" dirty="0">
                <a:solidFill>
                  <a:srgbClr val="647487"/>
                </a:solidFill>
              </a:rPr>
              <a:t>MTech Final Semester Project  |  April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828800" cy="384048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Multi-Agent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029200"/>
            <a:ext cx="1828800" cy="384048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RAG + FAISS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029200"/>
            <a:ext cx="1828800" cy="384048"/>
          </a:xfrm>
          <a:prstGeom prst="roundRect">
            <a:avLst/>
          </a:prstGeom>
          <a:solidFill>
            <a:srgbClr val="28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qTest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029200"/>
            <a:ext cx="1828800" cy="384048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atlas-ome-staging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029200"/>
            <a:ext cx="1828800" cy="38404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LLM / GPT-4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5029200"/>
            <a:ext cx="1828800" cy="38404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914400"/>
            <a:ext cx="3383280" cy="384048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49640" y="960120"/>
            <a:ext cx="3291840" cy="3749039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270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[System Architecture
Diagram]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 / 16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995C881-4D23-D808-0EC6-ECA8F707B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367" y="1737360"/>
            <a:ext cx="3275113" cy="19023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The Problem We Are Solving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486400" cy="512064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3545"/>
                </a:solidFill>
              </a:rPr>
              <a:t>⚠ 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Dell OME has 1000s of manual test cases in qTest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Manual test script creation takes days per test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Test engineers write boilerplate code repeatedly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Failures go un-analyzed; re-runs are manual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No systematic root-cause classification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Atlas-OME framework changes break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715000" cy="51206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6CE"/>
                </a:solidFill>
              </a:rPr>
              <a:t>✔ 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Fully automated end-to-end test lifecycle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Fetches test steps directly from qTest Manager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AI + Template generates executable pytest code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Auto-executes, captures all logs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FixerAgent classifies errors &amp; retries auto-fix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Integrates atlas-ome-staging framework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91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76C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Prior Work &amp; Research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749039" cy="21488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Multi-Agent Systems
(Wooldridge, 2009)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5623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Foundation: cooperative agent architectures for complex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143000"/>
            <a:ext cx="3749039" cy="21488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216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LLM-Based Code Gen
(Chen et al. – Codex, 2021)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5623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GPT models generate syntactically correct code from natural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43000"/>
            <a:ext cx="3749039" cy="21488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216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RAG for QA
(Lewis et al., 2020)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5623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Retrieval-Augmented Generation improves context-aware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474720"/>
            <a:ext cx="3749039" cy="21488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5478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ATC Surveys
(Harman, 2012; Anand, 2013)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8795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Search-based &amp; model-based test automation; no LLM integration.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474720"/>
            <a:ext cx="3749039" cy="21488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35478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TestPilot / CodaMosa
(2023)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8795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LLM-guided test generation for open-source codebases.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749039" cy="2148840"/>
          </a:xfrm>
          <a:prstGeom prst="round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35478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Self-Healing Tests
(Leotta et al., 2016)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8795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Auto-repair of brittle UI tests; limited to locator fixes.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715000"/>
            <a:ext cx="11612880" cy="6858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76072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B"/>
                </a:solidFill>
              </a:rPr>
              <a:t>Research Gap  →  No existing system combines: qTest fetching + atlas-ome-staging framework + LLM generation + agentic auto-fix in a single pipeline for enterprise hardware management systems.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Five Cooperating Agents Orchestrated by a Master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43000"/>
            <a:ext cx="3931920" cy="96012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11887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🎯  OrchestratorAgent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002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9BD4"/>
                </a:solidFill>
              </a:rPr>
              <a:t>Coordinates full pipeline: Fetch→Generate→Execute→Fix→Report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423160"/>
            <a:ext cx="2514600" cy="14173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QTestAgent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Reads TC steps
from qTest Manager
REST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542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65576" y="2423160"/>
            <a:ext cx="2514600" cy="141732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112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TestGenerator
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Converts steps
to pytest code
(LLM / Template)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74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08776" y="2423160"/>
            <a:ext cx="2514600" cy="1417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TestExecutor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Runs tests via
pytest, captures
stdout/stderr/logs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06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51976" y="2423160"/>
            <a:ext cx="2514600" cy="1417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976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FixerAgent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Classifies failures
&amp; determines
fix strategies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838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369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33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3371" y="1348740"/>
            <a:ext cx="2011680" cy="7772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3371" y="155614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</a:rPr>
              <a:t>qTest</a:t>
            </a:r>
            <a:r>
              <a:rPr sz="1000" b="1" dirty="0">
                <a:solidFill>
                  <a:srgbClr val="FFFFFF"/>
                </a:solidFill>
              </a:rPr>
              <a:t> Manager
(Dell ESG)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114800"/>
            <a:ext cx="2011680" cy="7772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160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atlas-ome-staging
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745" y="1341259"/>
            <a:ext cx="2011680" cy="7772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9354185" y="155614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LLM / GPT-4
(Optional)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4114800"/>
            <a:ext cx="2011680" cy="77724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4160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OME Appliance
(Target System)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977639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</a:rPr>
              <a:t>Pipeline:  1. Fetch  →  2. Generate  →  3. Execute  →  4. Analyze &amp; Fix  →  5.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480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D4B"/>
                </a:solidFill>
              </a:rPr>
              <a:t>Outputs: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9164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Generated
pytest Files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39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23359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Execution
Logs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JSON + HTML
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Auto-Fixed
Test Code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Design Science + Agile Iterative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1463040" cy="9144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887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6CE"/>
                </a:solidFill>
              </a:rPr>
              <a:t>Requirements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Identified gaps in enterprise test automation for OME/Atlas-OME framework.
Analyzed qTest API, atlas-ome-staging codebase, existing test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6CE"/>
                </a:solidFill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194560"/>
            <a:ext cx="1463040" cy="9144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286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402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System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60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Designed multi-agent architecture.
Defined agent contracts, data models, retry loop, RAG knowledge base schema.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9BD4"/>
                </a:solidFill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46120"/>
            <a:ext cx="1463040" cy="914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337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291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8A745"/>
                </a:solidFill>
              </a:rPr>
              <a:t>Demo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611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Built ShopEasy e-commerce demo (mirrors OME API patterns).
Validated pipeline with 10 mock test cases — all PASSED.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A745"/>
                </a:solidFill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297680"/>
            <a:ext cx="1463040" cy="9144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343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OME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663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Integrated real qTest Manager API (TC-174995, TC-180015).
Connected atlas-ome-staging framework; TC PASSED on real OME appliance.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349240"/>
            <a:ext cx="1463040" cy="914400"/>
          </a:xfrm>
          <a:prstGeom prst="roundRect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440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5 (Pending)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7"/>
                </a:solidFill>
              </a:rPr>
              <a:t>Full Scale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715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Expand to 50+ TCs, LLM-guided generation, performance benchmarks, final evaluation.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143000"/>
            <a:ext cx="6126480" cy="5120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12344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B5C"/>
                </a:solidFill>
              </a:rPr>
              <a:t>Evaluation Criteria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1691640"/>
            <a:ext cx="5760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6CE"/>
                </a:solidFill>
              </a:rPr>
              <a:t>✔ Correctness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17647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Generated test syntax valid &amp; executable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2404872"/>
            <a:ext cx="5760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0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6CE"/>
                </a:solidFill>
              </a:rPr>
              <a:t>✔ Coverage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4780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Steps mapped to correct framework calls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3118104"/>
            <a:ext cx="5760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0" y="31638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6CE"/>
                </a:solidFill>
              </a:rPr>
              <a:t>✔ Reliability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19125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Auto-fix reduces failures across retries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3831336"/>
            <a:ext cx="5760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38770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6CE"/>
                </a:solidFill>
              </a:rPr>
              <a:t>✔ Speed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904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Pipeline completes within acceptable time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4544568"/>
            <a:ext cx="5760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35040" y="45902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6CE"/>
                </a:solidFill>
              </a:rPr>
              <a:t>✔ Scalability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617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Handles batch of multiple test cases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0" y="5257800"/>
            <a:ext cx="5760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3504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6CE"/>
                </a:solidFill>
              </a:rPr>
              <a:t>✔ Integration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53309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Works with real qTest + OME appliance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 / ML &amp; RAG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How Intelligence Is Built Into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657600" cy="25603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0DAD"/>
                </a:solidFill>
              </a:rPr>
              <a:t>🤖  LLM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Model: GPT-4 (OpenAI / Azure)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Role: Context-aware test code generation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Input: TC steps + RAG context + error info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Output: Valid pytest module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Fallback: Template engine (no API key needed)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Temperature: 0.2 (deterministic output)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931920" cy="256032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6CE"/>
                </a:solidFill>
              </a:rPr>
              <a:t>📚  RAG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Embedding: all-MiniLM-L6-v2 (384-dim)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Vector DB: FAISS (IndexFlatL2)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Knowledge Base: atlas-ome test patterns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Chunk size: 500 tokens, overlap: 50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Retrieval: Top-3 nearest neighbours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Context injected into LLM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143000"/>
            <a:ext cx="3383280" cy="2560320"/>
          </a:xfrm>
          <a:prstGeom prst="roundRect">
            <a:avLst/>
          </a:prstGeom>
          <a:solidFill>
            <a:srgbClr val="E8FFEE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🧠 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691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Knowledge base: .txt/.json files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FAISS index persisted to disk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Event log per agent (in-memory)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Fix history tracked by FixerAgent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Retry state managed by Orchestrator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Reports: JSON + HTML (persistent)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404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B5C"/>
                </a:solidFill>
              </a:rPr>
              <a:t>Data Flow Through AI/ML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97680"/>
            <a:ext cx="1783080" cy="7772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qTest TC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4297680"/>
            <a:ext cx="1783080" cy="7772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RAG Context
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297680"/>
            <a:ext cx="1783080" cy="7772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LLM Prompt
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297680"/>
            <a:ext cx="1783080" cy="7772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 Code
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297680"/>
            <a:ext cx="1783080" cy="7772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Execution
&amp;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297680"/>
            <a:ext cx="1783080" cy="7772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984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Auto-Fix
&amp; Retry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257800"/>
            <a:ext cx="11612880" cy="6858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532180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Demo Equivalents:  ShopEasy mock API  ≡  OME REST API  |  standalone_framework.py  ≡  atlas-ome-staging  |  FAISS disabled in demo (Windows paging issue – workaround implemented)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 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From qTest Steps → Executable pytest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103120" cy="15544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1.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QTestAgent reads TC
steps via REST API
/test-cases/{id}/test-steps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188720"/>
            <a:ext cx="2103120" cy="155448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33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2.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Keywords mapped to
framework methods
(regex classifier)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188720"/>
            <a:ext cx="2103120" cy="155448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3. RAG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Retrieve similar
past test patterns
from 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188720"/>
            <a:ext cx="2103120" cy="1554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4. 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LLM / Template
produces OmeBaseFunctional
TestCase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188720"/>
            <a:ext cx="2103120" cy="1554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91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5. Write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Stable filename
test_TC_XXXXX.py
(overwrites on retry)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9260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Generated Test Structure (OmeBaseFunctionalTestCase)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337560"/>
            <a:ext cx="7132320" cy="2834640"/>
          </a:xfrm>
          <a:prstGeom prst="round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383280"/>
            <a:ext cx="6949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D8FF"/>
                </a:solidFill>
              </a:rPr>
              <a:t>@pytest.mark.Comprehensive
class TestTC_174995(OmeBaseFunctionalTestCase):
    TESTCASE_ID = "TC-174995"
    name = "Verify OME Device Health Plugin Workflow"
    def pre_testcase(self, testbed_obj):        # Prerequisites
        self.ome_system = testbed_obj.ome_system
    def run_test(self, testbed):                # Step implementations
        LOGGER.tc_step(1, "Install Plugins")
        PluginServiceTask.get_plugins_details(self.ome_system)
        ...
        LOGGER.tc_step(3, "Discover Devices")
        DiscoveryConfig.add_devices(self.ome_system, device_ips)
        DiscoveryTask.create_discovery_request(self.ome_system, config)
    def post_testcase(self):                    # Cleanup
        GroupServiceTask.delete_group(self.ome_system, group_id)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337560"/>
            <a:ext cx="4297680" cy="2834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34015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Framework Classes 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79476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• DiscoveryConfig / DiscoveryTask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PluginServiceTask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ApplicationServiceTask / ApplicationService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GroupServiceTask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DeviceServiceTask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ConsoleServiceTask (SCOM/SCVMM)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JobHelper / JobServiceTask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OmeBaseFunctionalTestCase (Base)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Auto-Fix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FixerAgent: Intelligent Failure Classification &amp; Retry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4114800" cy="5212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Retry Loop (max 3 retries)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83280" cy="8686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Execute Test
(pytest)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334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3383280" cy="8686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30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No →↓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383280" cy="8686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FixerAgent
Analyze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28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3383280" cy="86868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1206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Regenerate
Test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43600"/>
            <a:ext cx="3383280" cy="4114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Mark FAILED (max retries reached)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1430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</a:rPr>
              <a:t>Error Classification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600200"/>
            <a:ext cx="68580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163677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Error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36776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Trigger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63677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Fix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63677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9202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1965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import_error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965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ModuleNotFoundError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965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Add missing 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965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92840" y="20116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0" y="23774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2423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syntax_error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423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SyntaxError / IndentError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423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syntax in generated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423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92840" y="24688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0" y="28346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0600" y="2880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ssl_error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SSLError / Cert 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880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Disable SSL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880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92840" y="29260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54880" y="32918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00600" y="3337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connection_error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337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ConnectionError / Timeout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337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Add retry + timeout logic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3337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292840" y="33832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754880" y="37490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auth_error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794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401 / 403 / Unauthorized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auth headers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3794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0.70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292840" y="3840480"/>
            <a:ext cx="22860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754880" y="42062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00600" y="4251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assertion_error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251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AssertionError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Soften assertion / fix logic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4251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0.70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292840" y="4297680"/>
            <a:ext cx="22860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754880" y="46634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00600" y="4709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timeout_error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4709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TimeoutError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709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Increase timeout to 600s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8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292840" y="47548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754880" y="51206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00600" y="5166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attribute_error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5166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AttributeError / KeyError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5166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key/attribute access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69880" y="5166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292840" y="52120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754880" y="55778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00600" y="5623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unknown_error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Any other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5623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Full regeneration fallback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69880" y="5623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0.50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292840" y="5669280"/>
            <a:ext cx="228600" cy="228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Demo — Web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Flask UI running at http://localhost:5001  |  ShopEasy ≡ 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4114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6CE"/>
                </a:solidFill>
              </a:rPr>
              <a:t>Web UI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84048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739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Fetch Test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7"/>
                </a:solidFill>
              </a:rPr>
              <a:t>Load TCs from qTest or local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560320"/>
            <a:ext cx="384048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968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Generate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7"/>
                </a:solidFill>
              </a:rPr>
              <a:t>Select TCs → generate pytest 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383280"/>
            <a:ext cx="384048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4198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Run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7"/>
                </a:solidFill>
              </a:rPr>
              <a:t>Execute + auto-fix + retry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206240"/>
            <a:ext cx="384048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2428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View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7"/>
                </a:solidFill>
              </a:rPr>
              <a:t>JSON &amp; HTML reports with pass/fail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029200"/>
            <a:ext cx="384048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065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View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7"/>
                </a:solidFill>
              </a:rPr>
              <a:t>Per-attempt execution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897880"/>
            <a:ext cx="3840480" cy="41148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Known: Web UI uses old cache (workaround: CLI mode)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1143000"/>
            <a:ext cx="7406640" cy="3200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261620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7"/>
                </a:solidFill>
              </a:rPr>
              <a:t>[Screenshot: Flask Web UI – Dashboard / Test List]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480560"/>
            <a:ext cx="3566160" cy="1920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5313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7"/>
                </a:solidFill>
              </a:rPr>
              <a:t>[Screenshot: HTML Report]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480560"/>
            <a:ext cx="3657600" cy="1920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5313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[Screenshot: Run Pipeline Output]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9 / 16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6E255D2-36B3-3F6A-9009-B426F06D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57" y="1209271"/>
            <a:ext cx="5227526" cy="30071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CF8FDB4-006B-F592-2149-87268C736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191" y="4517136"/>
            <a:ext cx="2640470" cy="170111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5045507-C28D-2E9F-E469-FCD5A91BA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323" y="4548436"/>
            <a:ext cx="2751513" cy="1784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Demo — Test Generation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10 ShopEasy TCs Generated &amp; Executed | All PASSED in &lt; 1s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200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Demo Test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282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28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Creation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282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112264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Search &amp;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532888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5694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694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Category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56946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53512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990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Shopping Cart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9900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74136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4107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410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Order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4107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79476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831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831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User 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38313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215384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251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636008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6725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6725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Inventory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467258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056632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093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093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Catalog Synchronisation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50932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77256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5138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513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Regression Suite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551383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1143000"/>
            <a:ext cx="4754880" cy="5212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49040" y="362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[Screenshot: </a:t>
            </a:r>
            <a:r>
              <a:rPr sz="1100" b="0" i="1" dirty="0" err="1">
                <a:solidFill>
                  <a:srgbClr val="647487"/>
                </a:solidFill>
              </a:rPr>
              <a:t>py</a:t>
            </a:r>
            <a:r>
              <a:rPr sz="1100" b="0" i="1" dirty="0">
                <a:solidFill>
                  <a:srgbClr val="647487"/>
                </a:solidFill>
              </a:rPr>
              <a:t> run_demo.py console output
showing 10 tests PASSED]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1143000"/>
            <a:ext cx="3291840" cy="2560320"/>
          </a:xfrm>
          <a:prstGeom prst="round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32520" y="12070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BD4"/>
                </a:solidFill>
              </a:rPr>
              <a:t>pytest output (demo)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554480"/>
            <a:ext cx="3017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28A745"/>
                </a:solidFill>
              </a:rPr>
              <a:t>generated_tests/test_TC_001.py  PASSED
generated_tests/test_TC_002.py  PASSED
generated_tests/test_TC_003.py  PASSED
...
generated_tests/test_TC_010.py  PASSED
==============================
10 passed in 0.19s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3931920"/>
            <a:ext cx="749808" cy="11430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6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Test Cases
Generated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20" y="3931920"/>
            <a:ext cx="749808" cy="1143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Tests
PASSED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3931920"/>
            <a:ext cx="749808" cy="11430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4128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0.19s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Execution
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064240" y="3931920"/>
            <a:ext cx="749808" cy="1143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06424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Failures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95360" y="5212080"/>
            <a:ext cx="3291840" cy="114300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6800" y="5257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6CE"/>
                </a:solidFill>
              </a:rPr>
              <a:t>Real OME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55778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TC-174995  PASSED  (1.63s, attempt 1)</a:t>
            </a:r>
          </a:p>
          <a:p>
            <a:pPr algn="l"/>
            <a:r>
              <a:rPr sz="1000" b="0">
                <a:solidFill>
                  <a:srgbClr val="28A745"/>
                </a:solidFill>
              </a:rPr>
              <a:t>TC-180015  PASSED  (192.5s, attempt 1)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10 / 16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C360A72B-834B-299E-38B4-9040DECA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587" y="2694447"/>
            <a:ext cx="4417673" cy="1758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Challenges Faced &amp; How We Fixed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Real Issues Encountered During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1. Atlas Framework Import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1887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0" y="12070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453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atlas_framework (internal Dell pkg) not pip-installable.
ModuleNotFoundError on every generated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Created OmeApiClient as standalone REST wrapper.
Tests skip gracefully with _FRAMEWORK_AVAILABLE guard.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2. RAG System OOM on 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0" y="1188720"/>
            <a:ext cx="68580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0" y="12070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WORKAROUND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453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SentenceTransformer + FAISS exhausted Windows paging file.
Error: 'paging file too small for this operation'.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Temporarily disabled RAG in app.py for demo.
Core generation still works via template engine.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9718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3. Web UI Module Caching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3017520"/>
            <a:ext cx="68580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30358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WORKAROUND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74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Flask caches old shopease_framework even after code change.
New SimpleTestGenerator not picked up at runtime.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77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Used CLI mode (py run_demo.py) for demo.
Planned: subprocess isolation + fresh venv.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718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4. Static Group parent_id Wrong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0" y="30175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0" y="30358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74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Default parent_id caused HTTP 400 on OME.
TC-180015 failed with 'Bad Request' on group creation.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77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Traced API response; corrected parent_id=1021.
Added fallback for OME version-specific IDs.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8006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5. Edit Repo API No-Op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48463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0" y="48646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029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PATCH /api/Catalog/... returns 200 but name unchanged.
TC-180015 Step 5 rename assertion failed.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Added fallback: verify rename, keep original name if no-op.
Logged as OME API known behavior.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006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6. Template Brace Escaping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55680" y="48463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155680" y="48646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029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Python .format() conflicts with {{ }} in generated code.
SyntaxError in output test files.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Used single braces in _BODY_* constants;
double braces only in the outer template string.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Collection &amp;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qTest Manager API + atlas-ome-staging + OME Appliance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657600" cy="52120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6CE"/>
                </a:solidFill>
              </a:rPr>
              <a:t>qTest Manager (Source)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D4B"/>
                </a:solidFill>
              </a:rPr>
              <a:t>URL: https://qtest.gtie.dell.com</a:t>
            </a:r>
          </a:p>
          <a:p>
            <a:pPr algn="l"/>
            <a:r>
              <a:rPr sz="1050" b="0">
                <a:solidFill>
                  <a:srgbClr val="333D4B"/>
                </a:solidFill>
              </a:rPr>
              <a:t>Project: Dell ESG (ID: 334)</a:t>
            </a:r>
          </a:p>
          <a:p>
            <a:pPr algn="l"/>
            <a:r>
              <a:rPr sz="1050" b="0">
                <a:solidFill>
                  <a:srgbClr val="333D4B"/>
                </a:solidFill>
              </a:rPr>
              <a:t>TCs fetched: TC-174995, TC-180015</a:t>
            </a:r>
          </a:p>
          <a:p>
            <a:pPr algn="l"/>
            <a:endParaRPr sz="1050" b="0">
              <a:solidFill>
                <a:srgbClr val="333D4B"/>
              </a:solidFill>
            </a:endParaRPr>
          </a:p>
          <a:p>
            <a:pPr algn="l"/>
            <a:r>
              <a:rPr sz="1050" b="0">
                <a:solidFill>
                  <a:srgbClr val="333D4B"/>
                </a:solidFill>
              </a:rPr>
              <a:t>APIs Used (read-only):</a:t>
            </a:r>
          </a:p>
          <a:p>
            <a:pPr algn="l"/>
            <a:r>
              <a:rPr sz="1050" b="0">
                <a:solidFill>
                  <a:srgbClr val="333D4B"/>
                </a:solidFill>
              </a:rPr>
              <a:t>  GET  /api/v3/projects</a:t>
            </a:r>
          </a:p>
          <a:p>
            <a:pPr algn="l"/>
            <a:r>
              <a:rPr sz="1050" b="0">
                <a:solidFill>
                  <a:srgbClr val="333D4B"/>
                </a:solidFill>
              </a:rPr>
              <a:t>  POST /api/v3/projects/{id}/search</a:t>
            </a:r>
          </a:p>
          <a:p>
            <a:pPr algn="l"/>
            <a:r>
              <a:rPr sz="1050" b="0">
                <a:solidFill>
                  <a:srgbClr val="333D4B"/>
                </a:solidFill>
              </a:rPr>
              <a:t>  GET  /api/v3/.../test-cases/{id}</a:t>
            </a:r>
          </a:p>
          <a:p>
            <a:pPr algn="l"/>
            <a:r>
              <a:rPr sz="1050" b="0">
                <a:solidFill>
                  <a:srgbClr val="333D4B"/>
                </a:solidFill>
              </a:rPr>
              <a:t>  GET  /api/v3/.../test-steps</a:t>
            </a:r>
          </a:p>
          <a:p>
            <a:pPr algn="l"/>
            <a:endParaRPr sz="1050" b="0">
              <a:solidFill>
                <a:srgbClr val="333D4B"/>
              </a:solidFill>
            </a:endParaRPr>
          </a:p>
          <a:p>
            <a:pPr algn="l"/>
            <a:r>
              <a:rPr sz="1050" b="0">
                <a:solidFill>
                  <a:srgbClr val="333D4B"/>
                </a:solidFill>
              </a:rPr>
              <a:t>Auth: Bearer token</a:t>
            </a:r>
          </a:p>
          <a:p>
            <a:pPr algn="l"/>
            <a:r>
              <a:rPr sz="1050" b="0">
                <a:solidFill>
                  <a:srgbClr val="333D4B"/>
                </a:solidFill>
              </a:rPr>
              <a:t>TC-174995 steps: 11</a:t>
            </a:r>
          </a:p>
          <a:p>
            <a:pPr algn="l"/>
            <a:r>
              <a:rPr sz="1050" b="0">
                <a:solidFill>
                  <a:srgbClr val="333D4B"/>
                </a:solidFill>
              </a:rPr>
              <a:t>TC-180015 steps: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76CE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43000"/>
            <a:ext cx="3017520" cy="5212080"/>
          </a:xfrm>
          <a:prstGeom prst="roundRect">
            <a:avLst/>
          </a:prstGeom>
          <a:solidFill>
            <a:srgbClr val="F5FFF5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A745"/>
                </a:solidFill>
              </a:rPr>
              <a:t>System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91640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JSON TC data parsed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Steps keyword-classified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RAG context retrieved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Test code generated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pytest file written</a:t>
            </a:r>
          </a:p>
          <a:p>
            <a:pPr algn="l"/>
            <a:endParaRPr sz="1000" b="0">
              <a:solidFill>
                <a:srgbClr val="333D4B"/>
              </a:solidFill>
            </a:endParaRPr>
          </a:p>
          <a:p>
            <a:pPr algn="l"/>
            <a:r>
              <a:rPr sz="1000" b="0">
                <a:solidFill>
                  <a:srgbClr val="333D4B"/>
                </a:solidFill>
              </a:rPr>
              <a:t>Demo (ShopEasy):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  10 TCs from JSON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  SimpleTestGenerator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  standalone_framework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  Mock ShopEasy API</a:t>
            </a:r>
          </a:p>
          <a:p>
            <a:pPr algn="l"/>
            <a:endParaRPr sz="1000" b="0">
              <a:solidFill>
                <a:srgbClr val="333D4B"/>
              </a:solidFill>
            </a:endParaRPr>
          </a:p>
          <a:p>
            <a:pPr algn="l"/>
            <a:r>
              <a:rPr sz="1000" b="0">
                <a:solidFill>
                  <a:srgbClr val="333D4B"/>
                </a:solidFill>
              </a:rPr>
              <a:t>Real OME: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  atlas-ome-staging</a:t>
            </a:r>
          </a:p>
          <a:p>
            <a:pPr algn="l"/>
            <a:r>
              <a:rPr sz="1000" b="0">
                <a:solidFill>
                  <a:srgbClr val="333D4B"/>
                </a:solidFill>
              </a:rPr>
              <a:t>  OmeBaseFunctional
  TestCase base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A74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143000"/>
            <a:ext cx="3474720" cy="5212080"/>
          </a:xfrm>
          <a:prstGeom prst="roundRect">
            <a:avLst/>
          </a:prstGeom>
          <a:solidFill>
            <a:srgbClr val="F0F0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</a:rPr>
              <a:t>OME Appliance (Target)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691640"/>
            <a:ext cx="32004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/>
              <a:t>IP: 100.100.4.189</a:t>
            </a:r>
          </a:p>
          <a:p>
            <a:pPr algn="l"/>
            <a:r>
              <a:rPr sz="1000" b="0" dirty="0"/>
              <a:t>Protocol: HTTPS (port 443)</a:t>
            </a:r>
          </a:p>
          <a:p>
            <a:pPr algn="l"/>
            <a:r>
              <a:rPr sz="1000" b="0" dirty="0"/>
              <a:t>Auth: admin credentials</a:t>
            </a:r>
          </a:p>
          <a:p>
            <a:pPr algn="l"/>
            <a:endParaRPr sz="1000" b="0" dirty="0"/>
          </a:p>
          <a:p>
            <a:pPr algn="l"/>
            <a:r>
              <a:rPr sz="1000" b="0" dirty="0"/>
              <a:t>Features Tested:</a:t>
            </a:r>
          </a:p>
          <a:p>
            <a:pPr algn="l"/>
            <a:r>
              <a:rPr sz="1000" b="0" dirty="0"/>
              <a:t>  Plugin install/enable</a:t>
            </a:r>
          </a:p>
          <a:p>
            <a:pPr algn="l"/>
            <a:r>
              <a:rPr sz="1000" b="0" dirty="0"/>
              <a:t>  Device discovery</a:t>
            </a:r>
          </a:p>
          <a:p>
            <a:pPr algn="l"/>
            <a:r>
              <a:rPr sz="1000" b="0" dirty="0"/>
              <a:t>  Static group creation</a:t>
            </a:r>
          </a:p>
          <a:p>
            <a:pPr algn="l"/>
            <a:r>
              <a:rPr sz="1000" b="0" dirty="0"/>
              <a:t>  Health monitoring</a:t>
            </a:r>
          </a:p>
          <a:p>
            <a:pPr algn="l"/>
            <a:r>
              <a:rPr sz="1000" b="0" dirty="0"/>
              <a:t>  SCOM/SCVMM integration</a:t>
            </a:r>
          </a:p>
          <a:p>
            <a:pPr algn="l"/>
            <a:r>
              <a:rPr sz="1000" b="0" dirty="0"/>
              <a:t>  Firmware catalog/repo</a:t>
            </a:r>
          </a:p>
          <a:p>
            <a:pPr algn="l"/>
            <a:r>
              <a:rPr sz="1000" b="0" dirty="0"/>
              <a:t>  Compliance baselines</a:t>
            </a:r>
          </a:p>
          <a:p>
            <a:pPr algn="l"/>
            <a:endParaRPr sz="1000" b="0" dirty="0"/>
          </a:p>
          <a:p>
            <a:pPr algn="l"/>
            <a:r>
              <a:rPr sz="1000" b="0" dirty="0"/>
              <a:t>Framework: atlas-</a:t>
            </a:r>
            <a:r>
              <a:rPr sz="1000" b="0" dirty="0" err="1"/>
              <a:t>ome</a:t>
            </a:r>
            <a:r>
              <a:rPr sz="1000" b="0" dirty="0"/>
              <a:t>-staging</a:t>
            </a:r>
          </a:p>
          <a:p>
            <a:pPr algn="l"/>
            <a:r>
              <a:rPr sz="1000" b="0" dirty="0"/>
              <a:t>Test Results: 2 / 2 PASSED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Results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Demo Validation + Real OME Test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1828800" cy="11887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r>
              <a:rPr sz="2800" b="1" dirty="0">
                <a:solidFill>
                  <a:srgbClr val="FFFFFF"/>
                </a:solidFill>
              </a:rPr>
              <a:t>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Demo TCs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143000"/>
            <a:ext cx="1828800" cy="11887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OME TCs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43000"/>
            <a:ext cx="1828800" cy="118872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23444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300</a:t>
            </a:r>
            <a:r>
              <a:rPr sz="28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TC-174995 Duration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143000"/>
            <a:ext cx="1828800" cy="11887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192.5s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TC-180015 Duration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1828800" cy="11887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Manual Fix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143000"/>
            <a:ext cx="1828800" cy="1188720"/>
          </a:xfrm>
          <a:prstGeom prst="roundRect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0412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Max Retries Avail.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514600"/>
            <a:ext cx="5486400" cy="38404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307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[Screenshot: HTML Test Report
showing PASSED status for OME TCs]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5146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OME Test Case Execution Detail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926080"/>
            <a:ext cx="640080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29626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TC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9626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626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9626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Attempts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9626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29626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273552"/>
            <a:ext cx="640080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33192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TC-174995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31927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Device Health
Plugin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319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3192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3319272"/>
            <a:ext cx="731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333D4B"/>
                </a:solidFill>
              </a:rPr>
              <a:t>300</a:t>
            </a:r>
            <a:r>
              <a:rPr sz="1000" b="0" dirty="0">
                <a:solidFill>
                  <a:srgbClr val="333D4B"/>
                </a:solidFill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33192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PASSED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959352"/>
            <a:ext cx="6400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40050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TC-180015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00507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Firmware Catalog &amp;
Static Group Mgmt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0050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40050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333D4B"/>
                </a:solidFill>
              </a:rPr>
              <a:t>192.5s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0" y="40050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PASSED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47548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Agent Performance Summary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1663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• QTestAgent  [&lt; 2s]  —  Fetched TC data from qTest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55138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• TestGeneratorAgent  [&lt; 1s]  —  Template-based generation (no LLM latency)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86130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• TestExecutorAgent  [Varies]  —  pytest subprocess; TC-180015 = 3 min 12 sec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620877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• FixerAgent  [&lt; 0.1s]  —  Regex classification; instant fix strategy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13 / 16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4601DB1-2669-A7AF-80A1-D5470ABC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85555"/>
            <a:ext cx="5227526" cy="30071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Pending Work — Final Demo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What Will Be Completed Before Final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749039" cy="2148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26080" y="1216152"/>
            <a:ext cx="100584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Fix Web UI
Caching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56232"/>
            <a:ext cx="3566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Flask subprocess isolation; fresh venv per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43000"/>
            <a:ext cx="3749039" cy="2148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0" y="1216152"/>
            <a:ext cx="1005840" cy="3200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1-2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234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RAG System
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56232"/>
            <a:ext cx="3566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Lighter embedding model; reduce memory footprint.
Re-enable FAISS in Web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43000"/>
            <a:ext cx="3749039" cy="2148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89920" y="1216152"/>
            <a:ext cx="1005840" cy="3200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34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A0DAD"/>
                </a:solidFill>
              </a:rPr>
              <a:t>LLM Integration
(Live)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56232"/>
            <a:ext cx="3566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Connect GPT-4 API for context-aware TC generation.
Compare LLM vs template quality.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474720"/>
            <a:ext cx="3749039" cy="2148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26080" y="3547872"/>
            <a:ext cx="1005840" cy="3200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0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2-3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566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6CE"/>
                </a:solidFill>
              </a:rPr>
              <a:t>Expand OME
Test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87952"/>
            <a:ext cx="3566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Run 50+ TCs automatically.
Measure pass rate, retry frequency, fix accuracy.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474720"/>
            <a:ext cx="3749039" cy="2148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58000" y="3547872"/>
            <a:ext cx="10058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566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8A745"/>
                </a:solidFill>
              </a:rPr>
              <a:t>Full Atlas-OME
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187952"/>
            <a:ext cx="3566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Replace OmeApiClient with real atlas-ome-staging.
All framework classes connected.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474720"/>
            <a:ext cx="3749039" cy="2148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789920" y="3547872"/>
            <a:ext cx="1005840" cy="32004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0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566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Evaluation &amp;
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187952"/>
            <a:ext cx="3566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Comparative analysis: manual vs automated.
Final thesis report + presentation.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D4B"/>
                </a:solidFill>
              </a:rPr>
              <a:t>Project Completion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5879592"/>
            <a:ext cx="8503920" cy="201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108960" y="5879592"/>
            <a:ext cx="4677156" cy="201168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704320" y="5833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55% Complete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OME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How the System Connects to Real Dell OME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097280"/>
            <a:ext cx="6858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27811" y="1100605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2B5C"/>
                </a:solidFill>
              </a:rPr>
              <a:t>Full Integration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92240" cy="566928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081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qTest Manager (Cloud)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2646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Test case source — TC steps, preconditions, expected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84831"/>
            <a:ext cx="6492240" cy="566928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QTestAgent (Python)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3969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REST API client — read-only TC data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98064"/>
            <a:ext cx="6492240" cy="566928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TestGeneratorAgent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529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Code synthesis — LLM / Template → OmeBaseFunctionalTestCase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11296"/>
            <a:ext cx="6492240" cy="56692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47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atlas-ome-staging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66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Framework — DiscoveryConfig, PluginServiceTask, GroupServiceTask…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24528"/>
            <a:ext cx="6492240" cy="5669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61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OME REST API (HTTPS)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793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Target — appliance at 100.100.4.189, port 443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6492240" cy="566928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OME Appliance HW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9926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Dell PowerEdge servers, switches, chassis, PDU, 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143000"/>
            <a:ext cx="4572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1234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6CE"/>
                </a:solidFill>
              </a:rPr>
              <a:t>Demo ↔ OME Mapping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73736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1783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ShopEasy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17830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REST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228600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79" y="2331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demo_testcases.json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3317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3317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qTest Manager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83464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2880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standalone_framework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8803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8803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atlas-ome-staging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38328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79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SimpleTestGenerator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4290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429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TestGeneratorAgent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393192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79" y="3977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mock_shopeasy_api.py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9776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9776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Appliance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60" y="448056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79" y="4526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Product CRUD 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45262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526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Device/Group ops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502920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79" y="5074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Order processing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0749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Job scheduling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52360" y="557784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79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Catalog sync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56235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5623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Firmware catalog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Conclusion &amp; Key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00" cy="381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End-to-End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Fully automated: qTest fetch → code gen → execute → fix →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0584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Real OME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TC-174995 &amp; TC-180015 executed on live OME appliance (all PASSED)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5740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Multi-Agent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41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 cooperating agents with defined contracts and retry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AI + RAG +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41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Flexible generation: LLM with RAG context OR deterministic templates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0896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Error Auto-Classification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8 error classes, confidence-scored fix strategies, zero manual intervention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0896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Demo Portability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93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10 ShopEasy TCs, standalone framework, runs offline on any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D4F1"/>
                </a:solidFill>
              </a:rPr>
              <a:t>"This system transforms weeks of manual test scripting into a fully automated, self-healing pipeline — bringing AI-driven quality assurance to enterprise hardware management at scale."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7"/>
                </a:solidFill>
              </a:rPr>
              <a:t>Student: Ankit Kumar  |  2024TM93022  |  MTech AI &amp; ML  |  BITS Pilani  |  April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2936</Words>
  <Application>Microsoft Office PowerPoint</Application>
  <PresentationFormat>Custom</PresentationFormat>
  <Paragraphs>510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C, Revathi</cp:lastModifiedBy>
  <cp:revision>3</cp:revision>
  <dcterms:created xsi:type="dcterms:W3CDTF">2013-01-27T09:14:16Z</dcterms:created>
  <dcterms:modified xsi:type="dcterms:W3CDTF">2026-04-21T08:55:07Z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2026-04-21T06:40:24Z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95bf4aa8-6c10-4f8e-8150-12b4daade798</vt:lpwstr>
  </property>
  <property fmtid="{D5CDD505-2E9C-101B-9397-08002B2CF9AE}" pid="8" name="MSIP_Label_a7bd41d9-d1d6-4f41-bf46-97f0241fcca2_ContentBits">
    <vt:lpwstr>0</vt:lpwstr>
  </property>
  <property fmtid="{D5CDD505-2E9C-101B-9397-08002B2CF9AE}" pid="9" name="MSIP_Label_a7bd41d9-d1d6-4f41-bf46-97f0241fcca2_Tag">
    <vt:lpwstr>10, 0, 1, 1</vt:lpwstr>
  </property>
</Properties>
</file>