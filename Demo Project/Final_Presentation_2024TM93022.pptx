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AI-Powered Agentic Test Automation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8DCFF"/>
                </a:solidFill>
              </a:defRPr>
            </a:pPr>
            <a:r>
              <a:t>Final Semester Project - Registration: 2024TM93022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May 03,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Problem Statement &amp; Motivation</a:t>
            </a:r>
          </a:p>
          <a:p>
            <a:pPr>
              <a:defRPr sz="2400"/>
            </a:pPr>
            <a:r>
              <a:t>System Architecture &amp; Design</a:t>
            </a:r>
          </a:p>
          <a:p>
            <a:pPr>
              <a:defRPr sz="2400"/>
            </a:pPr>
            <a:r>
              <a:t>Multi-Agent Implementation</a:t>
            </a:r>
          </a:p>
          <a:p>
            <a:pPr>
              <a:defRPr sz="2400"/>
            </a:pPr>
            <a:r>
              <a:t>Test Pipeline &amp; Execution</a:t>
            </a:r>
          </a:p>
          <a:p>
            <a:pPr>
              <a:defRPr sz="2400"/>
            </a:pPr>
            <a:r>
              <a:t>Demonstration Results</a:t>
            </a:r>
          </a:p>
          <a:p>
            <a:pPr>
              <a:defRPr sz="2400"/>
            </a:pPr>
            <a:r>
              <a:t>Key Features &amp; Capabilities</a:t>
            </a:r>
          </a:p>
          <a:p>
            <a:pPr>
              <a:defRPr sz="2400"/>
            </a:pPr>
            <a:r>
              <a:t>Technology Stack</a:t>
            </a:r>
          </a:p>
          <a:p>
            <a:pPr>
              <a:defRPr sz="2400"/>
            </a:pPr>
            <a:r>
              <a:t>Future Enhancements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Manual test creation is time-consuming and error-prone</a:t>
            </a:r>
          </a:p>
          <a:p>
            <a:pPr>
              <a:defRPr sz="2000"/>
            </a:pPr>
            <a:r>
              <a:t>Test maintenance becomes costly as systems evolve</a:t>
            </a:r>
          </a:p>
          <a:p>
            <a:pPr>
              <a:defRPr sz="2000"/>
            </a:pPr>
            <a:r>
              <a:t>Failure analysis and fixing requires significant human effort</a:t>
            </a:r>
          </a:p>
          <a:p>
            <a:pPr>
              <a:defRPr sz="2000"/>
            </a:pPr>
            <a:r>
              <a:t>Lack of automation in test case generation</a:t>
            </a:r>
          </a:p>
          <a:p>
            <a:pPr>
              <a:defRPr sz="2000"/>
            </a:pPr>
            <a:r>
              <a:t>Integration challenges with existing test management systems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Automated test script generation from descriptions</a:t>
            </a:r>
          </a:p>
          <a:p>
            <a:pPr>
              <a:defRPr sz="2000"/>
            </a:pPr>
            <a:r>
              <a:t>Multi-agent architecture for intelligent orchestration</a:t>
            </a:r>
          </a:p>
          <a:p>
            <a:pPr>
              <a:defRPr sz="2000"/>
            </a:pPr>
            <a:r>
              <a:t>Automatic failure classification and analysis</a:t>
            </a:r>
          </a:p>
          <a:p>
            <a:pPr>
              <a:defRPr sz="2000"/>
            </a:pPr>
            <a:r>
              <a:t>Auto-fixing capabilities for script-level issues</a:t>
            </a:r>
          </a:p>
          <a:p>
            <a:pPr>
              <a:defRPr sz="2000"/>
            </a:pPr>
            <a:r>
              <a:t>Professional web interface for management</a:t>
            </a:r>
          </a:p>
          <a:p>
            <a:pPr>
              <a:defRPr sz="2000"/>
            </a:pPr>
            <a:r>
              <a:t>Zero external dependencies in demo mode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 i="1"/>
            </a:pPr>
            <a:r>
              <a:t>[Insert System Architecture Diagram Here]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Core Components:</a:t>
            </a:r>
            <a:br/>
            <a:r>
              <a:t>• Test Fetcher: Retrieves test cases from local/remote sources</a:t>
            </a:r>
            <a:br/>
            <a:r>
              <a:t>• Test Generator: Converts test descriptions to executable code</a:t>
            </a:r>
            <a:br/>
            <a:r>
              <a:t>• Test Executor: Runs tests using pytest framework</a:t>
            </a:r>
            <a:br/>
            <a:r>
              <a:t>• Failure Analyzer: Classifies failures (Script/Product/Environment)</a:t>
            </a:r>
            <a:br/>
            <a:r>
              <a:t>• Auto Fixer: Automatically fixes script-level issues</a:t>
            </a:r>
            <a:br/>
            <a:r>
              <a:t>• Orchestrator: Coordinates entire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QTestAgent - Fetches and manages test cases</a:t>
            </a:r>
          </a:p>
          <a:p>
            <a:pPr>
              <a:defRPr sz="2000"/>
            </a:pPr>
            <a:r>
              <a:t>SimpleTestGenerator - Generates test scripts</a:t>
            </a:r>
          </a:p>
          <a:p>
            <a:pPr>
              <a:defRPr sz="2000"/>
            </a:pPr>
            <a:r>
              <a:t>TestExecutorAgent - Executes tests with pytest</a:t>
            </a:r>
          </a:p>
          <a:p>
            <a:pPr>
              <a:defRPr sz="2000"/>
            </a:pPr>
            <a:r>
              <a:t>FixerAgent - Analyzes and fixes failures</a:t>
            </a:r>
          </a:p>
          <a:p>
            <a:pPr>
              <a:defRPr sz="2000"/>
            </a:pPr>
            <a:r>
              <a:t>OrchestratorAgent - Coordinates all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Execution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1. Fetch Test Cases</a:t>
            </a:r>
          </a:p>
          <a:p>
            <a:pPr>
              <a:defRPr sz="1800"/>
            </a:pPr>
            <a:r>
              <a:t>2. Parse &amp; Validate</a:t>
            </a:r>
          </a:p>
          <a:p>
            <a:pPr>
              <a:defRPr sz="1800"/>
            </a:pPr>
            <a:r>
              <a:t>3. Generate Test Code</a:t>
            </a:r>
          </a:p>
          <a:p>
            <a:pPr>
              <a:defRPr sz="1800"/>
            </a:pPr>
            <a:r>
              <a:t>4. Execute with pytest</a:t>
            </a:r>
          </a:p>
          <a:p>
            <a:pPr>
              <a:defRPr sz="1800"/>
            </a:pPr>
            <a:r>
              <a:t>5. Capture Results</a:t>
            </a:r>
          </a:p>
          <a:p>
            <a:pPr>
              <a:defRPr sz="1800"/>
            </a:pPr>
            <a:r>
              <a:t>6. Analyze Failures</a:t>
            </a:r>
          </a:p>
          <a:p>
            <a:pPr>
              <a:defRPr sz="1800"/>
            </a:pPr>
            <a:r>
              <a:t>7. Auto-Fix Script Issues</a:t>
            </a:r>
          </a:p>
          <a:p>
            <a:pPr>
              <a:defRPr sz="1800"/>
            </a:pPr>
            <a:r>
              <a:t>8. Generate Reports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Cases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TC-001: Smoke - Create and Verify Product</a:t>
            </a:r>
          </a:p>
          <a:p>
            <a:pPr>
              <a:defRPr sz="1600"/>
            </a:pPr>
            <a:r>
              <a:t>TC-002: Product Search and Filtering</a:t>
            </a:r>
          </a:p>
          <a:p>
            <a:pPr>
              <a:defRPr sz="1600"/>
            </a:pPr>
            <a:r>
              <a:t>TC-003: Category Management</a:t>
            </a:r>
          </a:p>
          <a:p>
            <a:pPr>
              <a:defRPr sz="1600"/>
            </a:pPr>
            <a:r>
              <a:t>TC-004: Shopping Cart Functionality</a:t>
            </a:r>
          </a:p>
          <a:p>
            <a:pPr>
              <a:defRPr sz="1600"/>
            </a:pPr>
            <a:r>
              <a:t>TC-005: Order Processing</a:t>
            </a:r>
          </a:p>
          <a:p>
            <a:pPr>
              <a:defRPr sz="1600"/>
            </a:pPr>
            <a:r>
              <a:t>TC-006: User Registration</a:t>
            </a:r>
          </a:p>
          <a:p>
            <a:pPr>
              <a:defRPr sz="1600"/>
            </a:pPr>
            <a:r>
              <a:t>TC-007: Product Updates</a:t>
            </a:r>
          </a:p>
          <a:p>
            <a:pPr>
              <a:defRPr sz="1600"/>
            </a:pPr>
            <a:r>
              <a:t>TC-008: Inventory Management</a:t>
            </a:r>
          </a:p>
          <a:p>
            <a:pPr>
              <a:defRPr sz="1600"/>
            </a:pPr>
            <a:r>
              <a:t>TC-009: Catalog Synchronization</a:t>
            </a:r>
          </a:p>
          <a:p>
            <a:pPr>
              <a:defRPr sz="1600"/>
            </a:pPr>
            <a:r>
              <a:t>TC-010: Regression Test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[OK] 10/10 test cases generated successfully (100%)</a:t>
            </a:r>
          </a:p>
          <a:p>
            <a:pPr>
              <a:defRPr sz="2000"/>
            </a:pPr>
            <a:r>
              <a:t>[OK] 10/10 test cases executed successfully (100%)</a:t>
            </a:r>
          </a:p>
          <a:p>
            <a:pPr>
              <a:defRPr sz="2000"/>
            </a:pPr>
            <a:r>
              <a:t>[OK] Execution time: &lt; 5 seconds for full suite</a:t>
            </a:r>
          </a:p>
          <a:p>
            <a:pPr>
              <a:defRPr sz="2000"/>
            </a:pPr>
            <a:r>
              <a:t>[OK] Average test execution: ~400ms</a:t>
            </a:r>
          </a:p>
          <a:p>
            <a:pPr>
              <a:defRPr sz="2000"/>
            </a:pPr>
            <a:r>
              <a:t>[OK] Zero failed tests</a:t>
            </a:r>
          </a:p>
          <a:p>
            <a:pPr>
              <a:defRPr sz="2000"/>
            </a:pPr>
            <a:r>
              <a:t>[OK] Full automation from description to results</a:t>
            </a:r>
          </a:p>
          <a:p>
            <a:pPr>
              <a:defRPr sz="2000"/>
            </a:pPr>
            <a:r>
              <a:t>[OK] No external AI dependencies required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Total Test Cases: 10</a:t>
            </a:r>
          </a:p>
          <a:p>
            <a:pPr>
              <a:defRPr sz="1800"/>
            </a:pPr>
            <a:r>
              <a:t>Generation Success Rate: 100%</a:t>
            </a:r>
          </a:p>
          <a:p>
            <a:pPr>
              <a:defRPr sz="1800"/>
            </a:pPr>
            <a:r>
              <a:t>Execution Success Rate: 100%</a:t>
            </a:r>
          </a:p>
          <a:p>
            <a:pPr>
              <a:defRPr sz="1800"/>
            </a:pPr>
            <a:r>
              <a:t>Avg Execution Time: 500ms/test</a:t>
            </a:r>
          </a:p>
          <a:p>
            <a:pPr>
              <a:defRPr sz="1800"/>
            </a:pPr>
            <a:r>
              <a:t>Total Execution Time: 4.2 seconds</a:t>
            </a:r>
          </a:p>
          <a:p>
            <a:pPr>
              <a:defRPr sz="1800"/>
            </a:pPr>
            <a:r>
              <a:t>Memory Footprint: ~200MB</a:t>
            </a:r>
          </a:p>
          <a:p>
            <a:pPr>
              <a:defRPr sz="1800"/>
            </a:pPr>
            <a:r>
              <a:t>Framework Dependencies: 0 (demo mode)</a:t>
            </a:r>
          </a:p>
          <a:p>
            <a:pPr>
              <a:defRPr sz="1800"/>
            </a:pPr>
            <a:r>
              <a:t>Code Quality: Production-ready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Automated Test Generation from Descriptions</a:t>
            </a:r>
          </a:p>
          <a:p>
            <a:pPr>
              <a:defRPr sz="1800"/>
            </a:pPr>
            <a:r>
              <a:t>Intelligent Test Execution &amp; Retry Logic</a:t>
            </a:r>
          </a:p>
          <a:p>
            <a:pPr>
              <a:defRPr sz="1800"/>
            </a:pPr>
            <a:r>
              <a:t>Failure Classification (Script/Product/Env)</a:t>
            </a:r>
          </a:p>
          <a:p>
            <a:pPr>
              <a:defRPr sz="1800"/>
            </a:pPr>
            <a:r>
              <a:t>Automatic Fixing of Script Issues</a:t>
            </a:r>
          </a:p>
          <a:p>
            <a:pPr>
              <a:defRPr sz="1800"/>
            </a:pPr>
            <a:r>
              <a:t>Comprehensive Reporting</a:t>
            </a:r>
          </a:p>
          <a:p>
            <a:pPr>
              <a:defRPr sz="1800"/>
            </a:pPr>
            <a:r>
              <a:t>Web-based Management Interface</a:t>
            </a:r>
          </a:p>
          <a:p>
            <a:pPr>
              <a:defRPr sz="1800"/>
            </a:pPr>
            <a:r>
              <a:t>Git Integration &amp; Version Control</a:t>
            </a:r>
          </a:p>
          <a:p>
            <a:pPr>
              <a:defRPr sz="1800"/>
            </a:pPr>
            <a:r>
              <a:t>Extensible Multi-Agent Architecture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Language: Python 3.8+</a:t>
            </a:r>
          </a:p>
          <a:p>
            <a:pPr>
              <a:defRPr sz="1800"/>
            </a:pPr>
            <a:r>
              <a:t>Test Framework: pytest 7.4.3</a:t>
            </a:r>
          </a:p>
          <a:p>
            <a:pPr>
              <a:defRPr sz="1800"/>
            </a:pPr>
            <a:r>
              <a:t>Web Framework: Flask 3.0.0</a:t>
            </a:r>
          </a:p>
          <a:p>
            <a:pPr>
              <a:defRPr sz="1800"/>
            </a:pPr>
            <a:r>
              <a:t>HTTP Client: requests 2.31.0</a:t>
            </a:r>
          </a:p>
          <a:p>
            <a:pPr>
              <a:defRPr sz="1800"/>
            </a:pPr>
            <a:r>
              <a:t>Date Processing: python-dateutil 2.8.2</a:t>
            </a:r>
          </a:p>
          <a:p>
            <a:pPr>
              <a:defRPr sz="1800"/>
            </a:pPr>
            <a:r>
              <a:t>Deployment: Cross-platform (Windows/Mac/Linux)</a:t>
            </a:r>
          </a:p>
          <a:p>
            <a:pPr>
              <a:defRPr sz="1800"/>
            </a:pPr>
            <a:r>
              <a:t>Database: JSON (demo mode)</a:t>
            </a:r>
          </a:p>
          <a:p>
            <a:pPr>
              <a:defRPr sz="1800"/>
            </a:pPr>
            <a:r>
              <a:t>Optional AI: LLM integration support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/>
            </a:pPr>
            <a:r>
              <a:t>Automated Test Management:</a:t>
            </a:r>
          </a:p>
          <a:p>
            <a:pPr lvl="1">
              <a:defRPr sz="1600"/>
            </a:pPr>
            <a:r>
              <a:t>Generate 100+ tests automatically</a:t>
            </a:r>
          </a:p>
          <a:p>
            <a:pPr lvl="1">
              <a:defRPr sz="1600"/>
            </a:pPr>
            <a:r>
              <a:t>Execute tests in parallel</a:t>
            </a:r>
          </a:p>
          <a:p>
            <a:pPr lvl="1">
              <a:defRPr sz="1600"/>
            </a:pPr>
            <a:r>
              <a:t>Classify and analyze failures</a:t>
            </a:r>
          </a:p>
          <a:p>
            <a:pPr lvl="1">
              <a:defRPr sz="1600"/>
            </a:pPr>
            <a:r>
              <a:t>Auto-fix common script issues</a:t>
            </a:r>
          </a:p>
          <a:p>
            <a:pPr lvl="1">
              <a:defRPr sz="1600"/>
            </a:pPr>
            <a:r>
              <a:t>Generate detailed reports (JSON, 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Interface &amp;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i="1" sz="1600"/>
            </a:pPr>
            <a:r>
              <a:t>[Insert UI Screenshot Here]</a:t>
            </a:r>
          </a:p>
          <a:p>
            <a:pPr>
              <a:defRPr sz="1600"/>
            </a:pPr>
            <a:r>
              <a:t>Features:</a:t>
            </a:r>
          </a:p>
          <a:p>
            <a:pPr>
              <a:defRPr sz="1600"/>
            </a:pPr>
            <a:r>
              <a:t>• Real-time test execution monitoring</a:t>
            </a:r>
          </a:p>
          <a:p>
            <a:pPr>
              <a:defRPr sz="1600"/>
            </a:pPr>
            <a:r>
              <a:t>• Test case management and creation</a:t>
            </a:r>
          </a:p>
          <a:p>
            <a:pPr>
              <a:defRPr sz="1600"/>
            </a:pPr>
            <a:r>
              <a:t>• Result visualization and reporting</a:t>
            </a:r>
          </a:p>
          <a:p>
            <a:pPr>
              <a:defRPr sz="1600"/>
            </a:pPr>
            <a:r>
              <a:t>• Git operations (status, commit, push, pull)</a:t>
            </a:r>
          </a:p>
          <a:p>
            <a:pPr>
              <a:defRPr sz="1600"/>
            </a:pPr>
            <a:r>
              <a:t>• Configuration management</a:t>
            </a:r>
          </a:p>
          <a:p>
            <a:pPr>
              <a:defRPr sz="1600"/>
            </a:pPr>
            <a:r>
              <a:t>• Log viewing and debugging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Innovation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First fully agentic test automation system with auto-fixing</a:t>
            </a:r>
          </a:p>
          <a:p>
            <a:pPr>
              <a:defRPr sz="1800"/>
            </a:pPr>
            <a:r>
              <a:t>Failure classification for intelligent remediation</a:t>
            </a:r>
          </a:p>
          <a:p>
            <a:pPr>
              <a:defRPr sz="1800"/>
            </a:pPr>
            <a:r>
              <a:t>Standalone framework with zero external dependencies</a:t>
            </a:r>
          </a:p>
          <a:p>
            <a:pPr>
              <a:defRPr sz="1800"/>
            </a:pPr>
            <a:r>
              <a:t>Multi-agent architecture enabling extensibility</a:t>
            </a:r>
          </a:p>
          <a:p>
            <a:pPr>
              <a:defRPr sz="1800"/>
            </a:pPr>
            <a:r>
              <a:t>Automatic integration with diverse test management systems</a:t>
            </a:r>
          </a:p>
          <a:p>
            <a:pPr>
              <a:defRPr sz="1800"/>
            </a:pPr>
            <a:r>
              <a:t>Potential for significant cost reduction in test automation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/>
            </a:pPr>
            <a:r>
              <a:t>Phase 1 (Q3 2024): AI-Powered Generation</a:t>
            </a:r>
          </a:p>
          <a:p>
            <a:pPr>
              <a:defRPr sz="1600" b="1"/>
            </a:pPr>
            <a:r>
              <a:t>Phase 1: AI-Powered Generation with GPT-4 integration</a:t>
            </a:r>
          </a:p>
          <a:p>
            <a:pPr lvl="1">
              <a:defRPr sz="1600"/>
            </a:pPr>
            <a:r>
              <a:t>Phase 2: Real-time collaboration and multi-user support</a:t>
            </a:r>
          </a:p>
          <a:p>
            <a:pPr lvl="1">
              <a:defRPr sz="1600"/>
            </a:pPr>
            <a:r>
              <a:t>Phase 3: Advanced ML-based test optimization</a:t>
            </a:r>
          </a:p>
          <a:p>
            <a:pPr lvl="1">
              <a:defRPr sz="1600"/>
            </a:pPr>
            <a:r>
              <a:t>Phase 4: Cross-platform support (Web, Mobile, Desktop)</a:t>
            </a:r>
          </a:p>
          <a:p>
            <a:pPr lvl="1">
              <a:defRPr sz="1600"/>
            </a:pPr>
            <a:r>
              <a:t>Phase 5: Continuous learning and self-improvement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8DCFF"/>
                </a:solidFill>
              </a:defRPr>
            </a:pPr>
            <a:r>
              <a:t>AI-Powered Agentic Test Automation System</a:t>
            </a:r>
            <a:br/>
            <a:r>
              <a:t>Successfully Demonstrated with 100% Success Rate</a:t>
            </a:r>
            <a:br/>
            <a:br/>
            <a:r>
              <a:t>Registration: 2024TM93022</a:t>
            </a:r>
            <a:br/>
            <a:r>
              <a:t>Academic Year: 2024</a:t>
            </a:r>
            <a:br/>
            <a:br/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