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I'll present our AI-powered agentic test automation system for 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system uses multiple AI agents to automate the entire test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addressing the fundamental problem of manual test creation in complex systems like 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research identifies gaps in applying agentic AI to test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follow design science research methodology with iterative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multi-agent architecture allows specialized agents to handle different aspects of test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standalone framework eliminates dependencies on proprietary Atlas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test generation process transforms natural language descriptions into executable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implementation uses minimal resources while maintaining full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you can see the successful generation of all 10 test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10 tests pass successfully in under 0.2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overcame significant technical challenges to achieve our current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a clear path from our current mid-term demo to the final production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ShopEasy demo maps directly to real OME workflows with minimal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evaluation shows excellent results across all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We've achieved significant milestones and have a clear path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attention. I'm happy to answer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AI-Powered Agentic Test Automation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495E"/>
                </a:solidFill>
              </a:defRPr>
            </a:pPr>
            <a:r>
              <a:t>Mid-Term Presentation - OME Test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657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Presenter: [Your Name]</a:t>
            </a:r>
          </a:p>
          <a:p>
            <a:r>
              <a:t>Date: [Presentation Date]</a:t>
            </a:r>
          </a:p>
          <a:p>
            <a:r>
              <a:t>M.Tech Final Semester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6A085"/>
                </a:solidFill>
              </a:defRPr>
            </a:pPr>
            <a:r>
              <a:t>Multi-Agent AI System for Test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• Objective: Automate test case generation for OME</a:t>
            </a:r>
          </a:p>
          <a:p>
            <a:r>
              <a:t>• Approach: Multi-agent AI with agentic architecture</a:t>
            </a:r>
          </a:p>
          <a:p>
            <a:r>
              <a:t>• Status: Mid-term demo with standalone framework</a:t>
            </a:r>
          </a:p>
          <a:p>
            <a:r>
              <a:t>• Target: Full AI-powered automation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Key Features:</a:t>
            </a:r>
          </a:p>
          <a:p>
            <a:r>
              <a:t>• Multi-agent system for test automation</a:t>
            </a:r>
          </a:p>
          <a:p>
            <a:r>
              <a:t>• Automated generation from descriptions</a:t>
            </a:r>
          </a:p>
          <a:p>
            <a:r>
              <a:t>• Intelligent execution with failure analysis</a:t>
            </a:r>
          </a:p>
          <a:p>
            <a:r>
              <a:t>• Self-healing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Multi-Agent Architecture Diagram]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Introduction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0392B"/>
                </a:solidFill>
              </a:defRPr>
            </a:pPr>
            <a:r>
              <a:t>Problem Statement:</a:t>
            </a:r>
          </a:p>
          <a:p>
            <a:r>
              <a:t>• Manual test creation is time-consuming</a:t>
            </a:r>
          </a:p>
          <a:p>
            <a:r>
              <a:t>• OME has complex workflows</a:t>
            </a:r>
          </a:p>
          <a:p>
            <a:r>
              <a:t>• Current process lacks automation</a:t>
            </a:r>
          </a:p>
          <a:p>
            <a:r>
              <a:t>• High maintenance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7AE60"/>
                </a:solidFill>
              </a:defRPr>
            </a:pPr>
            <a:r>
              <a:t>Our Solution:</a:t>
            </a:r>
          </a:p>
          <a:p>
            <a:r>
              <a:t>• AI-powered agentic automation</a:t>
            </a:r>
          </a:p>
          <a:p>
            <a:r>
              <a:t>• Automated generation from descriptions</a:t>
            </a:r>
          </a:p>
          <a:p>
            <a:r>
              <a:t>• Intelligent failure analysis</a:t>
            </a:r>
          </a:p>
          <a:p>
            <a:r>
              <a:t>• Reduced manual effort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Problem vs Solution Comparison]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1. Test Automation</a:t>
            </a:r>
          </a:p>
          <a:p>
            <a:r>
              <a:t>   - Traditional frameworks (Selenium, Appium)</a:t>
            </a:r>
          </a:p>
          <a:p>
            <a:r>
              <a:t>   - Limitations: Script maintenance, fragility</a:t>
            </a:r>
          </a:p>
          <a:p/>
          <a:p>
            <a:r>
              <a:t>2. AI in Testing</a:t>
            </a:r>
          </a:p>
          <a:p>
            <a:r>
              <a:t>   - ML for test case prioritization</a:t>
            </a:r>
          </a:p>
          <a:p>
            <a:r>
              <a:t>   - NLP for test case generation</a:t>
            </a:r>
          </a:p>
          <a:p>
            <a:r>
              <a:t>   - Gap: Limited agentic approaches</a:t>
            </a:r>
          </a:p>
          <a:p/>
          <a:p>
            <a:r>
              <a:t>3. Agentic AI Systems</a:t>
            </a:r>
          </a:p>
          <a:p>
            <a:r>
              <a:t>   - Multi-agent architectures for complex tasks</a:t>
            </a:r>
          </a:p>
          <a:p>
            <a:r>
              <a:t>   - Applications in software engineering</a:t>
            </a:r>
          </a:p>
          <a:p>
            <a:r>
              <a:t>   - Opportunity: Test automation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Research Gap Matrix]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Research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6A085"/>
                </a:solidFill>
              </a:defRPr>
            </a:pPr>
            <a:r>
              <a:t>Design Science Research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Phases:</a:t>
            </a:r>
          </a:p>
          <a:p>
            <a:r>
              <a:t>1. Problem Analysis - OME testing challenges</a:t>
            </a:r>
          </a:p>
          <a:p>
            <a:r>
              <a:t>2. System Design - Multi-agent architecture</a:t>
            </a:r>
          </a:p>
          <a:p>
            <a:r>
              <a:t>3. Implementation - Standalone framework</a:t>
            </a:r>
          </a:p>
          <a:p>
            <a:r>
              <a:t>4. Evaluation - Demo validation</a:t>
            </a:r>
          </a:p>
          <a:p>
            <a:r>
              <a:t>5. Refinement - Feedback-driven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Research Methodology Flowchart]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Components:</a:t>
            </a:r>
          </a:p>
          <a:p>
            <a:r>
              <a:t>• Orchestrator Agent - Pipeline coordination</a:t>
            </a:r>
          </a:p>
          <a:p>
            <a:r>
              <a:t>• QTest Agent - Test case management</a:t>
            </a:r>
          </a:p>
          <a:p>
            <a:r>
              <a:t>• Simple Test Generator - Code generation</a:t>
            </a:r>
          </a:p>
          <a:p>
            <a:r>
              <a:t>• Test Executor Agent - Pytest execution</a:t>
            </a:r>
          </a:p>
          <a:p>
            <a:r>
              <a:t>• Fixer Agent - Failure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Multi-Agent Architecture Diagram]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Agent Interaction Flow]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Standalone Test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Components:</a:t>
            </a:r>
          </a:p>
          <a:p>
            <a:r>
              <a:t>• BaseTestCase - Foundation for all tests</a:t>
            </a:r>
          </a:p>
          <a:p>
            <a:r>
              <a:t>• MockAPIClient - Simulates OME API</a:t>
            </a:r>
          </a:p>
          <a:p>
            <a:r>
              <a:t>• Assertion Utilities - Custom helpers</a:t>
            </a:r>
          </a:p>
          <a:p>
            <a:r>
              <a:t>• Test Data Management - Parameter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6A085"/>
                </a:solidFill>
              </a:defRPr>
            </a:pPr>
            <a:r>
              <a:t>Key Features:</a:t>
            </a:r>
          </a:p>
          <a:p>
            <a:r>
              <a:t>• No Atlas framework dependencies</a:t>
            </a:r>
          </a:p>
          <a:p>
            <a:r>
              <a:t>• Pytest-compatible</a:t>
            </a:r>
          </a:p>
          <a:p>
            <a:r>
              <a:t>• Self-contained and portable</a:t>
            </a:r>
          </a:p>
          <a:p>
            <a:r>
              <a:t>• Mock API for offline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Framework Class Diagram]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Test Generation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Steps:</a:t>
            </a:r>
          </a:p>
          <a:p>
            <a:r>
              <a:t>1. Input - Test case description</a:t>
            </a:r>
          </a:p>
          <a:p>
            <a:r>
              <a:t>2. Analysis - Extract steps and parameters</a:t>
            </a:r>
          </a:p>
          <a:p>
            <a:r>
              <a:t>3. Template Matching - Map to code templates</a:t>
            </a:r>
          </a:p>
          <a:p>
            <a:r>
              <a:t>4. Code Generation - Create Python test</a:t>
            </a:r>
          </a:p>
          <a:p>
            <a:r>
              <a:t>5. Validation - Syntax and structure checks</a:t>
            </a:r>
          </a:p>
          <a:p>
            <a:r>
              <a:t>6. Output - Ready-to-execute test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Test Generation Process Flow Diagram]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6A085"/>
                </a:solidFill>
              </a:defRPr>
            </a:pPr>
            <a:r>
              <a:t>Memory, AI/ML, and RAG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Current Implementation:</a:t>
            </a:r>
          </a:p>
          <a:p>
            <a:r>
              <a:t>• Memory Usage: ~50-100MB</a:t>
            </a:r>
          </a:p>
          <a:p>
            <a:r>
              <a:t>• AI/ML: Template-based generation (no LLM)</a:t>
            </a:r>
          </a:p>
          <a:p>
            <a:r>
              <a:t>• Pattern Matching: Rule-based creation</a:t>
            </a:r>
          </a:p>
          <a:p>
            <a:r>
              <a:t>• RAG System: Temporarily disabled (memory)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6A085"/>
                </a:solidFill>
              </a:defRPr>
            </a:pPr>
            <a:r>
              <a:t>Technology Stack:</a:t>
            </a:r>
          </a:p>
          <a:p>
            <a:r>
              <a:t>• Python 3.8+</a:t>
            </a:r>
          </a:p>
          <a:p>
            <a:r>
              <a:t>• Pytest (testing framework)</a:t>
            </a:r>
          </a:p>
          <a:p>
            <a:r>
              <a:t>• Flask (web interface)</a:t>
            </a:r>
          </a:p>
          <a:p>
            <a:r>
              <a:t>• Mock APIs (OME simulation)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Resource Utilization Chart]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Demo: Test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Command: py regenerate_tests.py</a:t>
            </a:r>
          </a:p>
          <a:p/>
          <a:p>
            <a:r>
              <a:t>Results:</a:t>
            </a:r>
          </a:p>
          <a:p>
            <a:r>
              <a:t>• Generated 10 test cases successfully</a:t>
            </a:r>
          </a:p>
          <a:p>
            <a:r>
              <a:t>• Processing time: &lt;5 seconds</a:t>
            </a:r>
          </a:p>
          <a:p>
            <a:r>
              <a:t>• Success rate: 100%</a:t>
            </a:r>
          </a:p>
          <a:p>
            <a:r>
              <a:t>• Framework: Standalone (no Atlas)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6A085"/>
                </a:solidFill>
              </a:defRPr>
            </a:pPr>
            <a:r>
              <a:t>Test Coverage:</a:t>
            </a:r>
          </a:p>
          <a:p>
            <a:r>
              <a:t>• TC-001: Product creation</a:t>
            </a:r>
          </a:p>
          <a:p>
            <a:r>
              <a:t>• TC-002: Product search</a:t>
            </a:r>
          </a:p>
          <a:p>
            <a:r>
              <a:t>• TC-003: Category operations</a:t>
            </a:r>
          </a:p>
          <a:p>
            <a:r>
              <a:t>• TC-004: Shopping cart</a:t>
            </a:r>
          </a:p>
          <a:p>
            <a:r>
              <a:t>• TC-005: Order processing</a:t>
            </a:r>
          </a:p>
          <a:p>
            <a:r>
              <a:t>• TC-006: User registration</a:t>
            </a:r>
          </a:p>
          <a:p>
            <a:r>
              <a:t>• TC-007: Product updates</a:t>
            </a:r>
          </a:p>
          <a:p>
            <a:r>
              <a:t>• TC-008: Inventory management</a:t>
            </a:r>
          </a:p>
          <a:p>
            <a:r>
              <a:t>• TC-009: Catalog sync</a:t>
            </a:r>
          </a:p>
          <a:p>
            <a:r>
              <a:t>• TC-010: Regression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 SCREENSHOT: Test Generation Console Output]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Demo: Test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Command: py -m pytest generated_tests/ -v</a:t>
            </a:r>
          </a:p>
          <a:p/>
          <a:p>
            <a:r>
              <a:t>Results:</a:t>
            </a:r>
          </a:p>
          <a:p>
            <a:r>
              <a:t>• Total Tests: 10</a:t>
            </a:r>
          </a:p>
          <a:p>
            <a:r>
              <a:t>• Passed: 10 (100%)</a:t>
            </a:r>
          </a:p>
          <a:p>
            <a:r>
              <a:t>• Failed: 0</a:t>
            </a:r>
          </a:p>
          <a:p>
            <a:r>
              <a:t>• Execution Time: 0.19s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6A085"/>
                </a:solidFill>
              </a:defRPr>
            </a:pPr>
            <a:r>
              <a:t>Test Areas Covered:</a:t>
            </a:r>
          </a:p>
          <a:p>
            <a:r>
              <a:t>• Product management</a:t>
            </a:r>
          </a:p>
          <a:p>
            <a:r>
              <a:t>• Category operations</a:t>
            </a:r>
          </a:p>
          <a:p>
            <a:r>
              <a:t>• Shopping cart</a:t>
            </a:r>
          </a:p>
          <a:p>
            <a:r>
              <a:t>• Order processing</a:t>
            </a:r>
          </a:p>
          <a:p>
            <a:r>
              <a:t>• User management</a:t>
            </a:r>
          </a:p>
          <a:p>
            <a:r>
              <a:t>• Inventory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 SCREENSHOT: Pytest Execution Results]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Challenges Faced and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Challenge 1: Atlas Dependencies</a:t>
            </a:r>
          </a:p>
          <a:p>
            <a:r>
              <a:t>Issue: Proprietary framework required</a:t>
            </a:r>
          </a:p>
          <a:p>
            <a:r>
              <a:t>Solution: Created standalone framework</a:t>
            </a:r>
          </a:p>
          <a:p>
            <a:r>
              <a:t>Result: Fully portable</a:t>
            </a:r>
          </a:p>
          <a:p/>
          <a:p>
            <a:r>
              <a:t>Challenge 2: Web UI Caching</a:t>
            </a:r>
          </a:p>
          <a:p>
            <a:r>
              <a:t>Issue: Flask caching prevented updates</a:t>
            </a:r>
          </a:p>
          <a:p>
            <a:r>
              <a:t>Solution: Command-line approach</a:t>
            </a:r>
          </a:p>
          <a:p>
            <a:r>
              <a:t>Status: Documented for final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Challenge 3: RAG Memory</a:t>
            </a:r>
          </a:p>
          <a:p>
            <a:r>
              <a:t>Issue: Excessive memory usage</a:t>
            </a:r>
          </a:p>
          <a:p>
            <a:r>
              <a:t>Solution: Disabled for demo</a:t>
            </a:r>
          </a:p>
          <a:p>
            <a:r>
              <a:t>Plan: Optimize for final demo</a:t>
            </a:r>
          </a:p>
          <a:p/>
          <a:p>
            <a:r>
              <a:t>Challenge 4: Generation Accuracy</a:t>
            </a:r>
          </a:p>
          <a:p>
            <a:r>
              <a:t>Issue: Limited template matching</a:t>
            </a:r>
          </a:p>
          <a:p>
            <a:r>
              <a:t>Solution: Enhanced patterns</a:t>
            </a:r>
          </a:p>
          <a:p>
            <a:r>
              <a:t>Result: 100%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Challenge-Solution Matrix]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Current Status and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7AE60"/>
                </a:solidFill>
              </a:defRPr>
            </a:pPr>
            <a:r>
              <a:t>Mid-Term Demo (Completed):</a:t>
            </a:r>
          </a:p>
          <a:p>
            <a:r>
              <a:t>✓ Standalone test framework</a:t>
            </a:r>
          </a:p>
          <a:p>
            <a:r>
              <a:t>✓ Multi-agent architecture</a:t>
            </a:r>
          </a:p>
          <a:p>
            <a:r>
              <a:t>✓ Automated generation (10 tests)</a:t>
            </a:r>
          </a:p>
          <a:p>
            <a:r>
              <a:t>✓ Pytest integration</a:t>
            </a:r>
          </a:p>
          <a:p>
            <a:r>
              <a:t>✓ Mock API simulation</a:t>
            </a:r>
          </a:p>
          <a:p>
            <a:r>
              <a:t>✓ Command-line execution</a:t>
            </a:r>
          </a:p>
          <a:p>
            <a:r>
              <a:t>✓ 100% pass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67E22"/>
                </a:solidFill>
              </a:defRPr>
            </a:pPr>
            <a:r>
              <a:t>Final Demo (Pending):</a:t>
            </a:r>
          </a:p>
          <a:p>
            <a:r>
              <a:t>→ RAG system integration</a:t>
            </a:r>
          </a:p>
          <a:p>
            <a:r>
              <a:t>→ LLM-powered generation</a:t>
            </a:r>
          </a:p>
          <a:p>
            <a:r>
              <a:t>→ Web UI framework fix</a:t>
            </a:r>
          </a:p>
          <a:p>
            <a:r>
              <a:t>→ Enhanced failure analysis</a:t>
            </a:r>
          </a:p>
          <a:p>
            <a:r>
              <a:t>→ Real OME API integration</a:t>
            </a:r>
          </a:p>
          <a:p>
            <a:r>
              <a:t>→ Advanced auto-fixing</a:t>
            </a:r>
          </a:p>
          <a:p>
            <a:r>
              <a:t>→ Performance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Progress Timeline/Roadmap]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Real-World Application - OME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OME Context:</a:t>
            </a:r>
          </a:p>
          <a:p>
            <a:r>
              <a:t>• Operations Management Environment</a:t>
            </a:r>
          </a:p>
          <a:p>
            <a:r>
              <a:t>• Complex enterprise workflows</a:t>
            </a:r>
          </a:p>
          <a:p>
            <a:r>
              <a:t>• High-volume transactions</a:t>
            </a:r>
          </a:p>
          <a:p>
            <a:r>
              <a:t>• Strict quality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6A085"/>
                </a:solidFill>
              </a:defRPr>
            </a:pPr>
            <a:r>
              <a:t>Integration Plan:</a:t>
            </a:r>
          </a:p>
          <a:p>
            <a:r>
              <a:t>• Replace mock API with OME endpoints</a:t>
            </a:r>
          </a:p>
          <a:p>
            <a:r>
              <a:t>• Configure OME authentication</a:t>
            </a:r>
          </a:p>
          <a:p>
            <a:r>
              <a:t>• Adapt test templates for OME</a:t>
            </a:r>
          </a:p>
          <a:p>
            <a:r>
              <a:t>• Implement OME data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7AE60"/>
                </a:solidFill>
              </a:defRPr>
            </a:pPr>
            <a:r>
              <a:t>Expected Benefits:</a:t>
            </a:r>
          </a:p>
          <a:p>
            <a:r>
              <a:t>• 80% reduction in test creation</a:t>
            </a:r>
          </a:p>
          <a:p>
            <a:r>
              <a:t>• Improved test coverage</a:t>
            </a:r>
          </a:p>
          <a:p>
            <a:r>
              <a:t>• Faster regression testing</a:t>
            </a:r>
          </a:p>
          <a:p>
            <a:r>
              <a:t>• CI/CD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91840"/>
            <a:ext cx="41148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OME Integration Architecture Diagram]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Evaluation and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Quantitative Results:</a:t>
            </a:r>
          </a:p>
          <a:p>
            <a:r>
              <a:t>• Test Generation: 10/10 successful</a:t>
            </a:r>
          </a:p>
          <a:p>
            <a:r>
              <a:t>• Test Execution: 10/10 passed (100%)</a:t>
            </a:r>
          </a:p>
          <a:p>
            <a:r>
              <a:t>• Execution Time: 0.19s for suite</a:t>
            </a:r>
          </a:p>
          <a:p>
            <a:r>
              <a:t>• Code Quality: Clean and maintainable</a:t>
            </a:r>
          </a:p>
          <a:p>
            <a:r>
              <a:t>• Framework Independence: No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6A085"/>
                </a:solidFill>
              </a:defRPr>
            </a:pPr>
            <a:r>
              <a:t>Qualitative Results:</a:t>
            </a:r>
          </a:p>
          <a:p>
            <a:r>
              <a:t>• Usability: Simple command-line</a:t>
            </a:r>
          </a:p>
          <a:p>
            <a:r>
              <a:t>• Maintainability: Clear structure</a:t>
            </a:r>
          </a:p>
          <a:p>
            <a:r>
              <a:t>• Portability: Cross-platform Python</a:t>
            </a:r>
          </a:p>
          <a:p>
            <a:r>
              <a:t>• Reliability: Consistent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Results Dashboard/Charts]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Conclusion:</a:t>
            </a:r>
          </a:p>
          <a:p>
            <a:r>
              <a:t>• Successfully developed AI-powered automation</a:t>
            </a:r>
          </a:p>
          <a:p>
            <a:r>
              <a:t>• Demonstrated standalone framework (100% success)</a:t>
            </a:r>
          </a:p>
          <a:p>
            <a:r>
              <a:t>• Validated multi-agent architecture</a:t>
            </a:r>
          </a:p>
          <a:p>
            <a:r>
              <a:t>• Established foundation for OME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6A085"/>
                </a:solidFill>
              </a:defRPr>
            </a:pPr>
            <a:r>
              <a:t>Key Achievements:</a:t>
            </a:r>
          </a:p>
          <a:p>
            <a:r>
              <a:t>• Framework independence</a:t>
            </a:r>
          </a:p>
          <a:p>
            <a:r>
              <a:t>• Automated generation from descriptions</a:t>
            </a:r>
          </a:p>
          <a:p>
            <a:r>
              <a:t>• Reliable pytest execution</a:t>
            </a:r>
          </a:p>
          <a:p>
            <a:r>
              <a:t>• Comprehensive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Future Work:</a:t>
            </a:r>
          </a:p>
          <a:p>
            <a:r>
              <a:t>• Optimize RAG system</a:t>
            </a:r>
          </a:p>
          <a:p>
            <a:r>
              <a:t>• Integrate LLM-powered generation</a:t>
            </a:r>
          </a:p>
          <a:p>
            <a:r>
              <a:t>• Implement advanced failure analysis</a:t>
            </a:r>
          </a:p>
          <a:p>
            <a:r>
              <a:t>• Complete OME API integration</a:t>
            </a:r>
          </a:p>
          <a:p>
            <a:r>
              <a:t>• Enhance web UI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[INSERT: Achievement Highlights/Success Metrics]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Contact:</a:t>
            </a:r>
          </a:p>
          <a:p>
            <a:r>
              <a:t>Presenter: [Your Name]</a:t>
            </a:r>
          </a:p>
          <a:p>
            <a:r>
              <a:t>Email: [your.email@institution.edu]</a:t>
            </a:r>
          </a:p>
          <a:p>
            <a:r>
              <a:t>Project: AI-Powered Agentic Test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6A085"/>
                </a:solidFill>
              </a:defRPr>
            </a:pPr>
            <a:r>
              <a:t>Resources:</a:t>
            </a:r>
          </a:p>
          <a:p>
            <a:r>
              <a:t>• Demo Execution Guide</a:t>
            </a:r>
          </a:p>
          <a:p>
            <a:r>
              <a:t>• Installation Instructions</a:t>
            </a:r>
          </a:p>
          <a:p>
            <a:r>
              <a:t>• Project Documentation</a:t>
            </a:r>
          </a:p>
          <a:p>
            <a:r>
              <a:t>• Source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Acknowledgments:</a:t>
            </a:r>
          </a:p>
          <a:p>
            <a:r>
              <a:t>• Faculty guidance and support</a:t>
            </a:r>
          </a:p>
          <a:p>
            <a:r>
              <a:t>• Institution resources</a:t>
            </a:r>
          </a:p>
          <a:p>
            <a:r>
              <a:t>• Open-source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937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6A085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